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3"/>
  </p:notesMasterIdLst>
  <p:sldIdLst>
    <p:sldId id="257" r:id="rId2"/>
  </p:sldIdLst>
  <p:sldSz cx="12192000" cy="1600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446C6E-0B8F-124C-82C1-E742EF78D5F0}" v="1" dt="2026-06-18T11:38:23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 autoAdjust="0"/>
    <p:restoredTop sz="94658"/>
  </p:normalViewPr>
  <p:slideViewPr>
    <p:cSldViewPr snapToGrid="0">
      <p:cViewPr>
        <p:scale>
          <a:sx n="94" d="100"/>
          <a:sy n="94" d="100"/>
        </p:scale>
        <p:origin x="1784" y="-3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rele Toussaint" userId="590ce64e3c606c44" providerId="LiveId" clId="{B8E7DC98-491D-5382-89A4-9766D224A60D}"/>
    <pc:docChg chg="custSel modSld">
      <pc:chgData name="Aurele Toussaint" userId="590ce64e3c606c44" providerId="LiveId" clId="{B8E7DC98-491D-5382-89A4-9766D224A60D}" dt="2026-06-19T07:49:31.840" v="14" actId="1076"/>
      <pc:docMkLst>
        <pc:docMk/>
      </pc:docMkLst>
      <pc:sldChg chg="addSp delSp modSp mod">
        <pc:chgData name="Aurele Toussaint" userId="590ce64e3c606c44" providerId="LiveId" clId="{B8E7DC98-491D-5382-89A4-9766D224A60D}" dt="2026-06-19T07:49:31.840" v="14" actId="1076"/>
        <pc:sldMkLst>
          <pc:docMk/>
          <pc:sldMk cId="1871614477" sldId="257"/>
        </pc:sldMkLst>
        <pc:spChg chg="mod">
          <ac:chgData name="Aurele Toussaint" userId="590ce64e3c606c44" providerId="LiveId" clId="{B8E7DC98-491D-5382-89A4-9766D224A60D}" dt="2026-06-18T11:38:42.405" v="5" actId="14100"/>
          <ac:spMkLst>
            <pc:docMk/>
            <pc:sldMk cId="1871614477" sldId="257"/>
            <ac:spMk id="3" creationId="{950B5D2C-A1CB-4F75-B12C-0935E807F9E5}"/>
          </ac:spMkLst>
        </pc:spChg>
        <pc:grpChg chg="topLvl">
          <ac:chgData name="Aurele Toussaint" userId="590ce64e3c606c44" providerId="LiveId" clId="{B8E7DC98-491D-5382-89A4-9766D224A60D}" dt="2026-06-18T11:38:08.872" v="0" actId="478"/>
          <ac:grpSpMkLst>
            <pc:docMk/>
            <pc:sldMk cId="1871614477" sldId="257"/>
            <ac:grpSpMk id="6" creationId="{B67B98B7-AA7D-4054-A35C-EBEBA451798D}"/>
          </ac:grpSpMkLst>
        </pc:grpChg>
        <pc:grpChg chg="del">
          <ac:chgData name="Aurele Toussaint" userId="590ce64e3c606c44" providerId="LiveId" clId="{B8E7DC98-491D-5382-89A4-9766D224A60D}" dt="2026-06-18T11:38:08.872" v="0" actId="478"/>
          <ac:grpSpMkLst>
            <pc:docMk/>
            <pc:sldMk cId="1871614477" sldId="257"/>
            <ac:grpSpMk id="27" creationId="{364020BC-C0E3-5412-FC89-965406230456}"/>
          </ac:grpSpMkLst>
        </pc:grpChg>
        <pc:picChg chg="add del mod">
          <ac:chgData name="Aurele Toussaint" userId="590ce64e3c606c44" providerId="LiveId" clId="{B8E7DC98-491D-5382-89A4-9766D224A60D}" dt="2026-06-18T11:38:45.024" v="6" actId="478"/>
          <ac:picMkLst>
            <pc:docMk/>
            <pc:sldMk cId="1871614477" sldId="257"/>
            <ac:picMk id="5" creationId="{E9560B57-CBF6-2DF0-D095-B891D6280DB2}"/>
          </ac:picMkLst>
        </pc:picChg>
        <pc:picChg chg="del topLvl">
          <ac:chgData name="Aurele Toussaint" userId="590ce64e3c606c44" providerId="LiveId" clId="{B8E7DC98-491D-5382-89A4-9766D224A60D}" dt="2026-06-18T11:38:08.872" v="0" actId="478"/>
          <ac:picMkLst>
            <pc:docMk/>
            <pc:sldMk cId="1871614477" sldId="257"/>
            <ac:picMk id="7" creationId="{D1FDE6E9-BD8F-E051-237A-60E1AAF960BC}"/>
          </ac:picMkLst>
        </pc:picChg>
        <pc:picChg chg="add mod">
          <ac:chgData name="Aurele Toussaint" userId="590ce64e3c606c44" providerId="LiveId" clId="{B8E7DC98-491D-5382-89A4-9766D224A60D}" dt="2026-06-19T07:49:31.840" v="14" actId="1076"/>
          <ac:picMkLst>
            <pc:docMk/>
            <pc:sldMk cId="1871614477" sldId="257"/>
            <ac:picMk id="29" creationId="{722AC837-A471-B1A7-82B6-6782AC009D5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72A82-488C-4C36-8FD9-120AE586E924}" type="datetimeFigureOut">
              <a:rPr lang="fr-FR" smtClean="0"/>
              <a:t>18/06/2026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252663" y="1143000"/>
            <a:ext cx="2352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479A8-12A7-423E-B38B-D393528BFD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72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479A8-12A7-423E-B38B-D393528BFDF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992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18847"/>
            <a:ext cx="10363200" cy="55710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404755"/>
            <a:ext cx="9144000" cy="3863445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624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58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989392"/>
            <a:ext cx="10515600" cy="6656386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708751"/>
            <a:ext cx="10515600" cy="350043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90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259792"/>
            <a:ext cx="5181600" cy="101531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259792"/>
            <a:ext cx="5181600" cy="101531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2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51962"/>
            <a:ext cx="10515600" cy="309298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22714"/>
            <a:ext cx="5157787" cy="19224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845175"/>
            <a:ext cx="5157787" cy="85973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22714"/>
            <a:ext cx="5183188" cy="19224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845175"/>
            <a:ext cx="5183188" cy="85973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06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45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35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6800"/>
            <a:ext cx="3932237" cy="3733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03995"/>
            <a:ext cx="6172200" cy="1137179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00600"/>
            <a:ext cx="3932237" cy="889370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81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6800"/>
            <a:ext cx="3932237" cy="3733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03995"/>
            <a:ext cx="6172200" cy="1137179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00600"/>
            <a:ext cx="3932237" cy="889370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36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1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51959"/>
            <a:ext cx="2628900" cy="1356095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51959"/>
            <a:ext cx="7734300" cy="1356095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61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51962"/>
            <a:ext cx="10515600" cy="309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259792"/>
            <a:ext cx="10515600" cy="10153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4831487"/>
            <a:ext cx="27432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86A2A-AFC1-4F0B-B30E-1018392D6654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4831487"/>
            <a:ext cx="41148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4831487"/>
            <a:ext cx="27432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C7536-BE1F-4011-9462-02A1DE23D8C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84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B67B98B7-AA7D-4054-A35C-EBEBA451798D}"/>
              </a:ext>
            </a:extLst>
          </p:cNvPr>
          <p:cNvGrpSpPr/>
          <p:nvPr/>
        </p:nvGrpSpPr>
        <p:grpSpPr>
          <a:xfrm>
            <a:off x="175392" y="384388"/>
            <a:ext cx="11534517" cy="7614116"/>
            <a:chOff x="114144" y="173373"/>
            <a:chExt cx="11534517" cy="7614116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5AA95590-8A1E-BB8B-3E55-FFC868BABE65}"/>
                </a:ext>
              </a:extLst>
            </p:cNvPr>
            <p:cNvGrpSpPr/>
            <p:nvPr/>
          </p:nvGrpSpPr>
          <p:grpSpPr>
            <a:xfrm>
              <a:off x="2219654" y="516335"/>
              <a:ext cx="1978324" cy="1615402"/>
              <a:chOff x="2086605" y="549463"/>
              <a:chExt cx="1978324" cy="161540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6B95D7F-9864-13F3-A911-AC64863EF054}"/>
                  </a:ext>
                </a:extLst>
              </p:cNvPr>
              <p:cNvSpPr/>
              <p:nvPr/>
            </p:nvSpPr>
            <p:spPr>
              <a:xfrm>
                <a:off x="2086605" y="604059"/>
                <a:ext cx="1978324" cy="1414732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" name="Connecteur droit 3">
                <a:extLst>
                  <a:ext uri="{FF2B5EF4-FFF2-40B4-BE49-F238E27FC236}">
                    <a16:creationId xmlns:a16="http://schemas.microsoft.com/office/drawing/2014/main" id="{B88AB7B7-59F2-6EC1-E586-028D40C8C1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9513" y="604059"/>
                <a:ext cx="0" cy="141473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Connecteur droit 7">
                <a:extLst>
                  <a:ext uri="{FF2B5EF4-FFF2-40B4-BE49-F238E27FC236}">
                    <a16:creationId xmlns:a16="http://schemas.microsoft.com/office/drawing/2014/main" id="{EEAB31D4-0F7F-4CED-8B50-B9B27D9018FC}"/>
                  </a:ext>
                </a:extLst>
              </p:cNvPr>
              <p:cNvCxnSpPr/>
              <p:nvPr/>
            </p:nvCxnSpPr>
            <p:spPr>
              <a:xfrm>
                <a:off x="2086605" y="833438"/>
                <a:ext cx="19783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8817A92F-9CCF-16AA-F78A-169B313864C7}"/>
                  </a:ext>
                </a:extLst>
              </p:cNvPr>
              <p:cNvSpPr txBox="1"/>
              <p:nvPr/>
            </p:nvSpPr>
            <p:spPr>
              <a:xfrm>
                <a:off x="2449513" y="585009"/>
                <a:ext cx="161540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Traits</a:t>
                </a:r>
                <a:endParaRPr lang="en-GB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8E02931-4918-C178-B79C-611D49EBD330}"/>
                  </a:ext>
                </a:extLst>
              </p:cNvPr>
              <p:cNvSpPr txBox="1"/>
              <p:nvPr/>
            </p:nvSpPr>
            <p:spPr>
              <a:xfrm rot="16200000">
                <a:off x="1460358" y="1226359"/>
                <a:ext cx="161540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Species</a:t>
                </a:r>
                <a:endParaRPr lang="en-GB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DE7FEBB4-48EC-BDCF-2037-BD27ACC875B9}"/>
                </a:ext>
              </a:extLst>
            </p:cNvPr>
            <p:cNvGrpSpPr/>
            <p:nvPr/>
          </p:nvGrpSpPr>
          <p:grpSpPr>
            <a:xfrm>
              <a:off x="5736668" y="479453"/>
              <a:ext cx="1978324" cy="1615402"/>
              <a:chOff x="2086605" y="549463"/>
              <a:chExt cx="1978324" cy="161540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7CB7CCB-5424-937A-DF9F-9C9F3EDB74C1}"/>
                  </a:ext>
                </a:extLst>
              </p:cNvPr>
              <p:cNvSpPr/>
              <p:nvPr/>
            </p:nvSpPr>
            <p:spPr>
              <a:xfrm>
                <a:off x="2086605" y="604059"/>
                <a:ext cx="1978324" cy="1414732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4" name="Connecteur droit 13">
                <a:extLst>
                  <a:ext uri="{FF2B5EF4-FFF2-40B4-BE49-F238E27FC236}">
                    <a16:creationId xmlns:a16="http://schemas.microsoft.com/office/drawing/2014/main" id="{634789B7-16FF-2E17-8776-D95F9CEC3C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9513" y="604059"/>
                <a:ext cx="0" cy="141473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Connecteur droit 14">
                <a:extLst>
                  <a:ext uri="{FF2B5EF4-FFF2-40B4-BE49-F238E27FC236}">
                    <a16:creationId xmlns:a16="http://schemas.microsoft.com/office/drawing/2014/main" id="{60713A28-D1B1-8E82-05A2-1BA299DE68AE}"/>
                  </a:ext>
                </a:extLst>
              </p:cNvPr>
              <p:cNvCxnSpPr/>
              <p:nvPr/>
            </p:nvCxnSpPr>
            <p:spPr>
              <a:xfrm>
                <a:off x="2086605" y="833438"/>
                <a:ext cx="19783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DB12CD71-6729-E1D1-CF45-AEBF0FDE4E84}"/>
                  </a:ext>
                </a:extLst>
              </p:cNvPr>
              <p:cNvSpPr txBox="1"/>
              <p:nvPr/>
            </p:nvSpPr>
            <p:spPr>
              <a:xfrm>
                <a:off x="2449513" y="585009"/>
                <a:ext cx="161540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Traits</a:t>
                </a:r>
                <a:endParaRPr lang="en-GB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148F6CE-4927-8AC8-61A8-0DFB87A7826E}"/>
                  </a:ext>
                </a:extLst>
              </p:cNvPr>
              <p:cNvSpPr txBox="1"/>
              <p:nvPr/>
            </p:nvSpPr>
            <p:spPr>
              <a:xfrm rot="16200000">
                <a:off x="1460358" y="1226359"/>
                <a:ext cx="161540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Species</a:t>
                </a:r>
                <a:endParaRPr lang="en-GB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65842CA2-903B-9A40-3399-730C25323FC7}"/>
                </a:ext>
              </a:extLst>
            </p:cNvPr>
            <p:cNvGrpSpPr/>
            <p:nvPr/>
          </p:nvGrpSpPr>
          <p:grpSpPr>
            <a:xfrm>
              <a:off x="9273126" y="424857"/>
              <a:ext cx="1978324" cy="1615402"/>
              <a:chOff x="2086605" y="549463"/>
              <a:chExt cx="1978324" cy="161540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45EB7A-44C0-A9EA-80B9-7AB235F61677}"/>
                  </a:ext>
                </a:extLst>
              </p:cNvPr>
              <p:cNvSpPr/>
              <p:nvPr/>
            </p:nvSpPr>
            <p:spPr>
              <a:xfrm>
                <a:off x="2086605" y="604059"/>
                <a:ext cx="1978324" cy="1414732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0" name="Connecteur droit 19">
                <a:extLst>
                  <a:ext uri="{FF2B5EF4-FFF2-40B4-BE49-F238E27FC236}">
                    <a16:creationId xmlns:a16="http://schemas.microsoft.com/office/drawing/2014/main" id="{E885B428-4F02-989C-DF0B-D59123327F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9513" y="604059"/>
                <a:ext cx="0" cy="141473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9BFE3960-781C-DBD1-559C-D356434610A3}"/>
                  </a:ext>
                </a:extLst>
              </p:cNvPr>
              <p:cNvCxnSpPr/>
              <p:nvPr/>
            </p:nvCxnSpPr>
            <p:spPr>
              <a:xfrm>
                <a:off x="2086605" y="833438"/>
                <a:ext cx="19783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B37F0A35-4476-519D-6C2E-4179FCAA177D}"/>
                  </a:ext>
                </a:extLst>
              </p:cNvPr>
              <p:cNvSpPr txBox="1"/>
              <p:nvPr/>
            </p:nvSpPr>
            <p:spPr>
              <a:xfrm>
                <a:off x="2449513" y="585009"/>
                <a:ext cx="161540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Traits</a:t>
                </a:r>
                <a:endParaRPr lang="en-GB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251631A6-FD3F-5B80-2DED-04DEADBD53A1}"/>
                  </a:ext>
                </a:extLst>
              </p:cNvPr>
              <p:cNvSpPr txBox="1"/>
              <p:nvPr/>
            </p:nvSpPr>
            <p:spPr>
              <a:xfrm rot="16200000">
                <a:off x="1460358" y="1226359"/>
                <a:ext cx="161540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Species</a:t>
                </a:r>
                <a:endParaRPr lang="en-GB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94CECE5C-DC36-AED0-1FBB-60BF6BE8A511}"/>
                </a:ext>
              </a:extLst>
            </p:cNvPr>
            <p:cNvSpPr txBox="1"/>
            <p:nvPr/>
          </p:nvSpPr>
          <p:spPr>
            <a:xfrm>
              <a:off x="2233992" y="217844"/>
              <a:ext cx="19783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Morphological</a:t>
              </a:r>
              <a:endParaRPr lang="en-GB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CD91EBD7-3AF0-F9E1-EC78-BAE60DCB0ADC}"/>
                </a:ext>
              </a:extLst>
            </p:cNvPr>
            <p:cNvSpPr txBox="1"/>
            <p:nvPr/>
          </p:nvSpPr>
          <p:spPr>
            <a:xfrm>
              <a:off x="5761702" y="223246"/>
              <a:ext cx="19783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Life-history</a:t>
              </a:r>
              <a:endParaRPr lang="en-GB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2E2D5ACD-9D7F-5C6F-A0C6-AAE329DA0031}"/>
                </a:ext>
              </a:extLst>
            </p:cNvPr>
            <p:cNvSpPr txBox="1"/>
            <p:nvPr/>
          </p:nvSpPr>
          <p:spPr>
            <a:xfrm>
              <a:off x="7724555" y="4250530"/>
              <a:ext cx="19783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Diet</a:t>
              </a:r>
              <a:endParaRPr lang="en-GB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ZoneTexte 98">
              <a:extLst>
                <a:ext uri="{FF2B5EF4-FFF2-40B4-BE49-F238E27FC236}">
                  <a16:creationId xmlns:a16="http://schemas.microsoft.com/office/drawing/2014/main" id="{EF4471CD-5466-318D-175D-9875BD002337}"/>
                </a:ext>
              </a:extLst>
            </p:cNvPr>
            <p:cNvSpPr txBox="1"/>
            <p:nvPr/>
          </p:nvSpPr>
          <p:spPr>
            <a:xfrm>
              <a:off x="155635" y="864019"/>
              <a:ext cx="22869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Original 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trait databases</a:t>
              </a:r>
              <a:endParaRPr lang="en-GB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ZoneTexte 103">
              <a:extLst>
                <a:ext uri="{FF2B5EF4-FFF2-40B4-BE49-F238E27FC236}">
                  <a16:creationId xmlns:a16="http://schemas.microsoft.com/office/drawing/2014/main" id="{90714906-7CA0-4716-9D8A-CFBFBF710C12}"/>
                </a:ext>
              </a:extLst>
            </p:cNvPr>
            <p:cNvSpPr txBox="1"/>
            <p:nvPr/>
          </p:nvSpPr>
          <p:spPr>
            <a:xfrm>
              <a:off x="114144" y="7418157"/>
              <a:ext cx="2286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Trait spaces</a:t>
              </a:r>
              <a:endParaRPr lang="en-GB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1" name="Connecteur : en angle 110">
              <a:extLst>
                <a:ext uri="{FF2B5EF4-FFF2-40B4-BE49-F238E27FC236}">
                  <a16:creationId xmlns:a16="http://schemas.microsoft.com/office/drawing/2014/main" id="{B40C7F5C-0733-D9AC-F57D-DE385C435DFD}"/>
                </a:ext>
              </a:extLst>
            </p:cNvPr>
            <p:cNvCxnSpPr>
              <a:cxnSpLocks/>
              <a:stCxn id="2" idx="2"/>
            </p:cNvCxnSpPr>
            <p:nvPr/>
          </p:nvCxnSpPr>
          <p:spPr>
            <a:xfrm rot="16200000" flipH="1">
              <a:off x="4076222" y="1118257"/>
              <a:ext cx="753816" cy="2488628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Connecteur : en angle 116">
              <a:extLst>
                <a:ext uri="{FF2B5EF4-FFF2-40B4-BE49-F238E27FC236}">
                  <a16:creationId xmlns:a16="http://schemas.microsoft.com/office/drawing/2014/main" id="{AD22FBC1-7082-10C6-7479-4B71DDDF0914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 rot="5400000">
              <a:off x="8595531" y="1072720"/>
              <a:ext cx="845292" cy="2488223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Connecteur droit avec flèche 118">
              <a:extLst>
                <a:ext uri="{FF2B5EF4-FFF2-40B4-BE49-F238E27FC236}">
                  <a16:creationId xmlns:a16="http://schemas.microsoft.com/office/drawing/2014/main" id="{15DC1CA2-4FCB-B9F0-A83C-7859135CFDC4}"/>
                </a:ext>
              </a:extLst>
            </p:cNvPr>
            <p:cNvCxnSpPr>
              <a:cxnSpLocks/>
              <a:stCxn id="13" idx="2"/>
              <a:endCxn id="122" idx="0"/>
            </p:cNvCxnSpPr>
            <p:nvPr/>
          </p:nvCxnSpPr>
          <p:spPr>
            <a:xfrm>
              <a:off x="6725830" y="1948781"/>
              <a:ext cx="9925" cy="55176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FF160F4-5DF7-DF0B-A247-098ECC8CF4BE}"/>
                </a:ext>
              </a:extLst>
            </p:cNvPr>
            <p:cNvSpPr/>
            <p:nvPr/>
          </p:nvSpPr>
          <p:spPr>
            <a:xfrm>
              <a:off x="5697445" y="2500548"/>
              <a:ext cx="2076619" cy="1114086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Taxonomic homogenization + Missing traits imputation </a:t>
              </a:r>
            </a:p>
          </p:txBody>
        </p:sp>
        <p:pic>
          <p:nvPicPr>
            <p:cNvPr id="327" name="Picture 4" descr="Bird Icon 582248 Vector Art at Vecteezy">
              <a:extLst>
                <a:ext uri="{FF2B5EF4-FFF2-40B4-BE49-F238E27FC236}">
                  <a16:creationId xmlns:a16="http://schemas.microsoft.com/office/drawing/2014/main" id="{BFAD329A-F157-C851-A448-6F39155968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603431" y="829241"/>
              <a:ext cx="511422" cy="511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8" name="ZoneTexte 327">
              <a:extLst>
                <a:ext uri="{FF2B5EF4-FFF2-40B4-BE49-F238E27FC236}">
                  <a16:creationId xmlns:a16="http://schemas.microsoft.com/office/drawing/2014/main" id="{DE24ADCB-D0A1-6874-AEB2-B3D8BF9D9186}"/>
                </a:ext>
              </a:extLst>
            </p:cNvPr>
            <p:cNvSpPr txBox="1"/>
            <p:nvPr/>
          </p:nvSpPr>
          <p:spPr>
            <a:xfrm>
              <a:off x="3107430" y="864019"/>
              <a:ext cx="10111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AVONET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001" sz="12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traits)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30" name="Picture 4" descr="Bird Icon 582248 Vector Art at Vecteezy">
              <a:extLst>
                <a:ext uri="{FF2B5EF4-FFF2-40B4-BE49-F238E27FC236}">
                  <a16:creationId xmlns:a16="http://schemas.microsoft.com/office/drawing/2014/main" id="{88B2B981-FD46-955F-2397-969404FD4F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164432" y="800675"/>
              <a:ext cx="511422" cy="511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1" name="ZoneTexte 330">
              <a:extLst>
                <a:ext uri="{FF2B5EF4-FFF2-40B4-BE49-F238E27FC236}">
                  <a16:creationId xmlns:a16="http://schemas.microsoft.com/office/drawing/2014/main" id="{62E12522-2912-702F-084E-8894481BD5A5}"/>
                </a:ext>
              </a:extLst>
            </p:cNvPr>
            <p:cNvSpPr txBox="1"/>
            <p:nvPr/>
          </p:nvSpPr>
          <p:spPr>
            <a:xfrm>
              <a:off x="6668431" y="835453"/>
              <a:ext cx="10111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AMNIOTE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001" sz="12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traits)</a:t>
              </a:r>
            </a:p>
          </p:txBody>
        </p:sp>
        <p:pic>
          <p:nvPicPr>
            <p:cNvPr id="333" name="Picture 4" descr="Bird Icon 582248 Vector Art at Vecteezy">
              <a:extLst>
                <a:ext uri="{FF2B5EF4-FFF2-40B4-BE49-F238E27FC236}">
                  <a16:creationId xmlns:a16="http://schemas.microsoft.com/office/drawing/2014/main" id="{2E5CEB06-1739-4FD5-DF10-B84F45DDA1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707553" y="770259"/>
              <a:ext cx="511422" cy="511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4" name="ZoneTexte 333">
              <a:extLst>
                <a:ext uri="{FF2B5EF4-FFF2-40B4-BE49-F238E27FC236}">
                  <a16:creationId xmlns:a16="http://schemas.microsoft.com/office/drawing/2014/main" id="{0D002A98-678D-559A-85F1-42F06DCDC526}"/>
                </a:ext>
              </a:extLst>
            </p:cNvPr>
            <p:cNvSpPr txBox="1"/>
            <p:nvPr/>
          </p:nvSpPr>
          <p:spPr>
            <a:xfrm>
              <a:off x="10211552" y="805037"/>
              <a:ext cx="10111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001" sz="1200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fr-FR" sz="1200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001" sz="12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fr-FR" sz="1200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lang="en-001" sz="12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fr-FR" sz="12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001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fr-FR" sz="12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001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fr-FR" sz="12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001" sz="1200" dirty="0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(11 traits)</a:t>
              </a:r>
            </a:p>
          </p:txBody>
        </p:sp>
        <p:sp>
          <p:nvSpPr>
            <p:cNvPr id="335" name="ZoneTexte 334">
              <a:extLst>
                <a:ext uri="{FF2B5EF4-FFF2-40B4-BE49-F238E27FC236}">
                  <a16:creationId xmlns:a16="http://schemas.microsoft.com/office/drawing/2014/main" id="{4C6E8C8F-436A-BF67-566C-5C6BC6B982D7}"/>
                </a:ext>
              </a:extLst>
            </p:cNvPr>
            <p:cNvSpPr txBox="1"/>
            <p:nvPr/>
          </p:nvSpPr>
          <p:spPr>
            <a:xfrm rot="16200000">
              <a:off x="3633118" y="1143872"/>
              <a:ext cx="14228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Quantitative</a:t>
              </a:r>
              <a:endParaRPr lang="en-GB" sz="12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6" name="ZoneTexte 335">
              <a:extLst>
                <a:ext uri="{FF2B5EF4-FFF2-40B4-BE49-F238E27FC236}">
                  <a16:creationId xmlns:a16="http://schemas.microsoft.com/office/drawing/2014/main" id="{A54FE97C-34D9-8F58-C722-423541A50AE7}"/>
                </a:ext>
              </a:extLst>
            </p:cNvPr>
            <p:cNvSpPr txBox="1"/>
            <p:nvPr/>
          </p:nvSpPr>
          <p:spPr>
            <a:xfrm rot="16200000">
              <a:off x="7156375" y="1105508"/>
              <a:ext cx="14228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Quantitative</a:t>
              </a:r>
              <a:endParaRPr lang="en-GB" sz="12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7" name="ZoneTexte 336">
              <a:extLst>
                <a:ext uri="{FF2B5EF4-FFF2-40B4-BE49-F238E27FC236}">
                  <a16:creationId xmlns:a16="http://schemas.microsoft.com/office/drawing/2014/main" id="{3B70184E-B8B4-A206-912A-D4ACBC23C125}"/>
                </a:ext>
              </a:extLst>
            </p:cNvPr>
            <p:cNvSpPr txBox="1"/>
            <p:nvPr/>
          </p:nvSpPr>
          <p:spPr>
            <a:xfrm rot="16200000">
              <a:off x="10686088" y="1078121"/>
              <a:ext cx="14228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Categorical</a:t>
              </a:r>
              <a:endParaRPr lang="en-GB" sz="12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8" name="Connecteur droit avec flèche 547">
              <a:extLst>
                <a:ext uri="{FF2B5EF4-FFF2-40B4-BE49-F238E27FC236}">
                  <a16:creationId xmlns:a16="http://schemas.microsoft.com/office/drawing/2014/main" id="{FF091D61-DC00-C2A6-AF5B-D8E605DF5AD0}"/>
                </a:ext>
              </a:extLst>
            </p:cNvPr>
            <p:cNvCxnSpPr>
              <a:cxnSpLocks/>
              <a:stCxn id="122" idx="2"/>
              <a:endCxn id="574" idx="0"/>
            </p:cNvCxnSpPr>
            <p:nvPr/>
          </p:nvCxnSpPr>
          <p:spPr>
            <a:xfrm>
              <a:off x="6735755" y="3614634"/>
              <a:ext cx="2644" cy="63437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49" name="Groupe 548">
              <a:extLst>
                <a:ext uri="{FF2B5EF4-FFF2-40B4-BE49-F238E27FC236}">
                  <a16:creationId xmlns:a16="http://schemas.microsoft.com/office/drawing/2014/main" id="{668687B7-A147-A898-1A44-EF217FCDEBF3}"/>
                </a:ext>
              </a:extLst>
            </p:cNvPr>
            <p:cNvGrpSpPr/>
            <p:nvPr/>
          </p:nvGrpSpPr>
          <p:grpSpPr>
            <a:xfrm>
              <a:off x="3801142" y="4220138"/>
              <a:ext cx="1978324" cy="1615402"/>
              <a:chOff x="2086605" y="549463"/>
              <a:chExt cx="1978324" cy="1615402"/>
            </a:xfrm>
          </p:grpSpPr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372F9132-D1E3-0FBD-8DB4-8D21AC03C5AA}"/>
                  </a:ext>
                </a:extLst>
              </p:cNvPr>
              <p:cNvSpPr/>
              <p:nvPr/>
            </p:nvSpPr>
            <p:spPr>
              <a:xfrm>
                <a:off x="2086605" y="604059"/>
                <a:ext cx="1978324" cy="1414732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551" name="Connecteur droit 550">
                <a:extLst>
                  <a:ext uri="{FF2B5EF4-FFF2-40B4-BE49-F238E27FC236}">
                    <a16:creationId xmlns:a16="http://schemas.microsoft.com/office/drawing/2014/main" id="{F0EACFA5-76A4-1DA9-F355-C7B5B9A96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9513" y="604059"/>
                <a:ext cx="0" cy="141473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2" name="Connecteur droit 551">
                <a:extLst>
                  <a:ext uri="{FF2B5EF4-FFF2-40B4-BE49-F238E27FC236}">
                    <a16:creationId xmlns:a16="http://schemas.microsoft.com/office/drawing/2014/main" id="{4F79D97D-4445-A882-A25E-9AB4C47AACD3}"/>
                  </a:ext>
                </a:extLst>
              </p:cNvPr>
              <p:cNvCxnSpPr/>
              <p:nvPr/>
            </p:nvCxnSpPr>
            <p:spPr>
              <a:xfrm>
                <a:off x="2086605" y="833438"/>
                <a:ext cx="19783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4" name="ZoneTexte 553">
                <a:extLst>
                  <a:ext uri="{FF2B5EF4-FFF2-40B4-BE49-F238E27FC236}">
                    <a16:creationId xmlns:a16="http://schemas.microsoft.com/office/drawing/2014/main" id="{D259C4C0-DEC7-4371-BDDC-66D0BD863FEE}"/>
                  </a:ext>
                </a:extLst>
              </p:cNvPr>
              <p:cNvSpPr txBox="1"/>
              <p:nvPr/>
            </p:nvSpPr>
            <p:spPr>
              <a:xfrm rot="16200000">
                <a:off x="1460358" y="1226359"/>
                <a:ext cx="161540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Species</a:t>
                </a:r>
                <a:endParaRPr lang="en-GB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55" name="ZoneTexte 554">
              <a:extLst>
                <a:ext uri="{FF2B5EF4-FFF2-40B4-BE49-F238E27FC236}">
                  <a16:creationId xmlns:a16="http://schemas.microsoft.com/office/drawing/2014/main" id="{D053ACDB-72BF-588A-578C-02D6BD124945}"/>
                </a:ext>
              </a:extLst>
            </p:cNvPr>
            <p:cNvSpPr txBox="1"/>
            <p:nvPr/>
          </p:nvSpPr>
          <p:spPr>
            <a:xfrm>
              <a:off x="3976459" y="4237511"/>
              <a:ext cx="19783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Morphological</a:t>
              </a:r>
              <a:endParaRPr lang="en-GB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BFA579EF-2E4B-E3F1-16EA-697E5C7CD2F3}"/>
                </a:ext>
              </a:extLst>
            </p:cNvPr>
            <p:cNvSpPr/>
            <p:nvPr/>
          </p:nvSpPr>
          <p:spPr>
            <a:xfrm>
              <a:off x="5781551" y="4270933"/>
              <a:ext cx="1978324" cy="141473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71" name="Connecteur droit 570">
              <a:extLst>
                <a:ext uri="{FF2B5EF4-FFF2-40B4-BE49-F238E27FC236}">
                  <a16:creationId xmlns:a16="http://schemas.microsoft.com/office/drawing/2014/main" id="{D5D57BFF-D35D-0C32-2FB0-5E48C026F37B}"/>
                </a:ext>
              </a:extLst>
            </p:cNvPr>
            <p:cNvCxnSpPr/>
            <p:nvPr/>
          </p:nvCxnSpPr>
          <p:spPr>
            <a:xfrm>
              <a:off x="5781551" y="4500312"/>
              <a:ext cx="197832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2" name="Rectangle 571">
              <a:extLst>
                <a:ext uri="{FF2B5EF4-FFF2-40B4-BE49-F238E27FC236}">
                  <a16:creationId xmlns:a16="http://schemas.microsoft.com/office/drawing/2014/main" id="{4C6805DE-228D-B4E7-AB73-44F130CA57FF}"/>
                </a:ext>
              </a:extLst>
            </p:cNvPr>
            <p:cNvSpPr/>
            <p:nvPr/>
          </p:nvSpPr>
          <p:spPr>
            <a:xfrm>
              <a:off x="7762651" y="4273154"/>
              <a:ext cx="1978324" cy="141473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73" name="Connecteur droit 572">
              <a:extLst>
                <a:ext uri="{FF2B5EF4-FFF2-40B4-BE49-F238E27FC236}">
                  <a16:creationId xmlns:a16="http://schemas.microsoft.com/office/drawing/2014/main" id="{F29EC175-941D-0E22-B0E4-5DAB6B5D3D53}"/>
                </a:ext>
              </a:extLst>
            </p:cNvPr>
            <p:cNvCxnSpPr/>
            <p:nvPr/>
          </p:nvCxnSpPr>
          <p:spPr>
            <a:xfrm>
              <a:off x="7762651" y="4502533"/>
              <a:ext cx="197832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4" name="ZoneTexte 573">
              <a:extLst>
                <a:ext uri="{FF2B5EF4-FFF2-40B4-BE49-F238E27FC236}">
                  <a16:creationId xmlns:a16="http://schemas.microsoft.com/office/drawing/2014/main" id="{0713C39D-E4D4-C967-238B-AA0A9DCEBCDF}"/>
                </a:ext>
              </a:extLst>
            </p:cNvPr>
            <p:cNvSpPr txBox="1"/>
            <p:nvPr/>
          </p:nvSpPr>
          <p:spPr>
            <a:xfrm>
              <a:off x="5749244" y="4249006"/>
              <a:ext cx="19783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Life-history</a:t>
              </a:r>
              <a:endParaRPr lang="en-GB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5" name="ZoneTexte 574">
              <a:extLst>
                <a:ext uri="{FF2B5EF4-FFF2-40B4-BE49-F238E27FC236}">
                  <a16:creationId xmlns:a16="http://schemas.microsoft.com/office/drawing/2014/main" id="{232D98E1-DA76-15DD-7893-F1DA6794E43A}"/>
                </a:ext>
              </a:extLst>
            </p:cNvPr>
            <p:cNvSpPr txBox="1"/>
            <p:nvPr/>
          </p:nvSpPr>
          <p:spPr>
            <a:xfrm>
              <a:off x="9305391" y="173373"/>
              <a:ext cx="19783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Diet</a:t>
              </a:r>
              <a:endParaRPr lang="en-GB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76" name="Picture 4" descr="Bird Icon 582248 Vector Art at Vecteezy">
              <a:extLst>
                <a:ext uri="{FF2B5EF4-FFF2-40B4-BE49-F238E27FC236}">
                  <a16:creationId xmlns:a16="http://schemas.microsoft.com/office/drawing/2014/main" id="{44568E37-7A28-6C5C-15D5-606643128B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569039" y="4605997"/>
              <a:ext cx="511422" cy="511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8" name="Picture 4" descr="Bird Icon 582248 Vector Art at Vecteezy">
              <a:extLst>
                <a:ext uri="{FF2B5EF4-FFF2-40B4-BE49-F238E27FC236}">
                  <a16:creationId xmlns:a16="http://schemas.microsoft.com/office/drawing/2014/main" id="{28A9B509-8D16-0342-27A4-B41C15EAB2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493145" y="4605997"/>
              <a:ext cx="511422" cy="511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0" name="Picture 4" descr="Bird Icon 582248 Vector Art at Vecteezy">
              <a:extLst>
                <a:ext uri="{FF2B5EF4-FFF2-40B4-BE49-F238E27FC236}">
                  <a16:creationId xmlns:a16="http://schemas.microsoft.com/office/drawing/2014/main" id="{1834BA8E-1FBD-6D55-5E2A-964DA7DEF6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467340" y="4596406"/>
              <a:ext cx="511422" cy="511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1" name="ZoneTexte 580">
              <a:extLst>
                <a:ext uri="{FF2B5EF4-FFF2-40B4-BE49-F238E27FC236}">
                  <a16:creationId xmlns:a16="http://schemas.microsoft.com/office/drawing/2014/main" id="{1AAAE839-FF83-5298-2E80-4A59A29A30B8}"/>
                </a:ext>
              </a:extLst>
            </p:cNvPr>
            <p:cNvSpPr txBox="1"/>
            <p:nvPr/>
          </p:nvSpPr>
          <p:spPr>
            <a:xfrm>
              <a:off x="161105" y="4471666"/>
              <a:ext cx="22869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Combined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trait database</a:t>
              </a:r>
              <a:endParaRPr lang="en-GB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85" name="Connecteur droit avec flèche 584">
              <a:extLst>
                <a:ext uri="{FF2B5EF4-FFF2-40B4-BE49-F238E27FC236}">
                  <a16:creationId xmlns:a16="http://schemas.microsoft.com/office/drawing/2014/main" id="{3C5513A2-8209-8B50-5B28-22156916128E}"/>
                </a:ext>
              </a:extLst>
            </p:cNvPr>
            <p:cNvCxnSpPr>
              <a:cxnSpLocks/>
            </p:cNvCxnSpPr>
            <p:nvPr/>
          </p:nvCxnSpPr>
          <p:spPr>
            <a:xfrm>
              <a:off x="6779964" y="6063635"/>
              <a:ext cx="2644" cy="5452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6" name="Accolade fermante 585">
              <a:extLst>
                <a:ext uri="{FF2B5EF4-FFF2-40B4-BE49-F238E27FC236}">
                  <a16:creationId xmlns:a16="http://schemas.microsoft.com/office/drawing/2014/main" id="{9F71BE5E-88C1-9C7A-5473-242EE949A24F}"/>
                </a:ext>
              </a:extLst>
            </p:cNvPr>
            <p:cNvSpPr/>
            <p:nvPr/>
          </p:nvSpPr>
          <p:spPr>
            <a:xfrm rot="5400000">
              <a:off x="6507883" y="3000351"/>
              <a:ext cx="551033" cy="6026821"/>
            </a:xfrm>
            <a:prstGeom prst="rightBrace">
              <a:avLst/>
            </a:prstGeom>
            <a:ln w="19050"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D9F8A7F7-3273-4328-40E2-D4BD097C6488}"/>
                </a:ext>
              </a:extLst>
            </p:cNvPr>
            <p:cNvSpPr/>
            <p:nvPr/>
          </p:nvSpPr>
          <p:spPr>
            <a:xfrm>
              <a:off x="1985385" y="6566175"/>
              <a:ext cx="9663276" cy="666506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PCoA</a:t>
              </a:r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with selected type of traits</a:t>
              </a:r>
            </a:p>
          </p:txBody>
        </p:sp>
        <p:sp>
          <p:nvSpPr>
            <p:cNvPr id="591" name="Flèche : bas 590">
              <a:extLst>
                <a:ext uri="{FF2B5EF4-FFF2-40B4-BE49-F238E27FC236}">
                  <a16:creationId xmlns:a16="http://schemas.microsoft.com/office/drawing/2014/main" id="{3A06F143-D2D4-2682-CD15-DA277BAECF84}"/>
                </a:ext>
              </a:extLst>
            </p:cNvPr>
            <p:cNvSpPr/>
            <p:nvPr/>
          </p:nvSpPr>
          <p:spPr>
            <a:xfrm>
              <a:off x="2270303" y="7232681"/>
              <a:ext cx="485798" cy="369332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3" name="Flèche : bas 592">
              <a:extLst>
                <a:ext uri="{FF2B5EF4-FFF2-40B4-BE49-F238E27FC236}">
                  <a16:creationId xmlns:a16="http://schemas.microsoft.com/office/drawing/2014/main" id="{0791DCC1-8ECA-1AC2-C3AE-65BB606BE63B}"/>
                </a:ext>
              </a:extLst>
            </p:cNvPr>
            <p:cNvSpPr/>
            <p:nvPr/>
          </p:nvSpPr>
          <p:spPr>
            <a:xfrm>
              <a:off x="6530331" y="7232681"/>
              <a:ext cx="485798" cy="369332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4" name="Flèche : bas 593">
              <a:extLst>
                <a:ext uri="{FF2B5EF4-FFF2-40B4-BE49-F238E27FC236}">
                  <a16:creationId xmlns:a16="http://schemas.microsoft.com/office/drawing/2014/main" id="{70E9CCE1-ED5E-972E-5EE7-01B2F8FD2D2F}"/>
                </a:ext>
              </a:extLst>
            </p:cNvPr>
            <p:cNvSpPr/>
            <p:nvPr/>
          </p:nvSpPr>
          <p:spPr>
            <a:xfrm>
              <a:off x="10701576" y="7232681"/>
              <a:ext cx="485798" cy="369332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50B5D2C-A1CB-4F75-B12C-0935E807F9E5}"/>
              </a:ext>
            </a:extLst>
          </p:cNvPr>
          <p:cNvSpPr/>
          <p:nvPr/>
        </p:nvSpPr>
        <p:spPr>
          <a:xfrm>
            <a:off x="1911927" y="7998505"/>
            <a:ext cx="10104681" cy="66318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722AC837-A471-B1A7-82B6-6782AC009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033" y="8227453"/>
            <a:ext cx="9871389" cy="634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6144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3632</TotalTime>
  <Words>62</Words>
  <Application>Microsoft Macintosh PowerPoint</Application>
  <PresentationFormat>Personnalisé</PresentationFormat>
  <Paragraphs>30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 2013 – 2022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Aurele Toussaint</dc:creator>
  <cp:lastModifiedBy>Aurele Toussaint</cp:lastModifiedBy>
  <cp:revision>4</cp:revision>
  <dcterms:created xsi:type="dcterms:W3CDTF">2024-07-17T08:57:55Z</dcterms:created>
  <dcterms:modified xsi:type="dcterms:W3CDTF">2026-06-19T07:49:36Z</dcterms:modified>
</cp:coreProperties>
</file>