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7" r:id="rId1"/>
  </p:sldMasterIdLst>
  <p:notesMasterIdLst>
    <p:notesMasterId r:id="rId3"/>
  </p:notesMasterIdLst>
  <p:sldIdLst>
    <p:sldId id="257" r:id="rId2"/>
  </p:sldIdLst>
  <p:sldSz cx="12192000" cy="1600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9446C6E-0B8F-124C-82C1-E742EF78D5F0}" v="1" dt="2026-06-18T11:38:23.3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9" autoAdjust="0"/>
    <p:restoredTop sz="94658"/>
  </p:normalViewPr>
  <p:slideViewPr>
    <p:cSldViewPr snapToGrid="0">
      <p:cViewPr>
        <p:scale>
          <a:sx n="50" d="100"/>
          <a:sy n="50" d="100"/>
        </p:scale>
        <p:origin x="2850" y="-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urele Toussaint" userId="590ce64e3c606c44" providerId="LiveId" clId="{B8E7DC98-491D-5382-89A4-9766D224A60D}"/>
    <pc:docChg chg="custSel modSld">
      <pc:chgData name="Aurele Toussaint" userId="590ce64e3c606c44" providerId="LiveId" clId="{B8E7DC98-491D-5382-89A4-9766D224A60D}" dt="2026-06-19T07:49:31.840" v="14" actId="1076"/>
      <pc:docMkLst>
        <pc:docMk/>
      </pc:docMkLst>
      <pc:sldChg chg="addSp delSp modSp mod">
        <pc:chgData name="Aurele Toussaint" userId="590ce64e3c606c44" providerId="LiveId" clId="{B8E7DC98-491D-5382-89A4-9766D224A60D}" dt="2026-06-19T07:49:31.840" v="14" actId="1076"/>
        <pc:sldMkLst>
          <pc:docMk/>
          <pc:sldMk cId="1871614477" sldId="257"/>
        </pc:sldMkLst>
        <pc:spChg chg="mod">
          <ac:chgData name="Aurele Toussaint" userId="590ce64e3c606c44" providerId="LiveId" clId="{B8E7DC98-491D-5382-89A4-9766D224A60D}" dt="2026-06-18T11:38:42.405" v="5" actId="14100"/>
          <ac:spMkLst>
            <pc:docMk/>
            <pc:sldMk cId="1871614477" sldId="257"/>
            <ac:spMk id="3" creationId="{950B5D2C-A1CB-4F75-B12C-0935E807F9E5}"/>
          </ac:spMkLst>
        </pc:spChg>
        <pc:grpChg chg="topLvl">
          <ac:chgData name="Aurele Toussaint" userId="590ce64e3c606c44" providerId="LiveId" clId="{B8E7DC98-491D-5382-89A4-9766D224A60D}" dt="2026-06-18T11:38:08.872" v="0" actId="478"/>
          <ac:grpSpMkLst>
            <pc:docMk/>
            <pc:sldMk cId="1871614477" sldId="257"/>
            <ac:grpSpMk id="6" creationId="{B67B98B7-AA7D-4054-A35C-EBEBA451798D}"/>
          </ac:grpSpMkLst>
        </pc:grpChg>
        <pc:grpChg chg="del">
          <ac:chgData name="Aurele Toussaint" userId="590ce64e3c606c44" providerId="LiveId" clId="{B8E7DC98-491D-5382-89A4-9766D224A60D}" dt="2026-06-18T11:38:08.872" v="0" actId="478"/>
          <ac:grpSpMkLst>
            <pc:docMk/>
            <pc:sldMk cId="1871614477" sldId="257"/>
            <ac:grpSpMk id="27" creationId="{364020BC-C0E3-5412-FC89-965406230456}"/>
          </ac:grpSpMkLst>
        </pc:grpChg>
        <pc:picChg chg="add del mod">
          <ac:chgData name="Aurele Toussaint" userId="590ce64e3c606c44" providerId="LiveId" clId="{B8E7DC98-491D-5382-89A4-9766D224A60D}" dt="2026-06-18T11:38:45.024" v="6" actId="478"/>
          <ac:picMkLst>
            <pc:docMk/>
            <pc:sldMk cId="1871614477" sldId="257"/>
            <ac:picMk id="5" creationId="{E9560B57-CBF6-2DF0-D095-B891D6280DB2}"/>
          </ac:picMkLst>
        </pc:picChg>
        <pc:picChg chg="del topLvl">
          <ac:chgData name="Aurele Toussaint" userId="590ce64e3c606c44" providerId="LiveId" clId="{B8E7DC98-491D-5382-89A4-9766D224A60D}" dt="2026-06-18T11:38:08.872" v="0" actId="478"/>
          <ac:picMkLst>
            <pc:docMk/>
            <pc:sldMk cId="1871614477" sldId="257"/>
            <ac:picMk id="7" creationId="{D1FDE6E9-BD8F-E051-237A-60E1AAF960BC}"/>
          </ac:picMkLst>
        </pc:picChg>
        <pc:picChg chg="add mod">
          <ac:chgData name="Aurele Toussaint" userId="590ce64e3c606c44" providerId="LiveId" clId="{B8E7DC98-491D-5382-89A4-9766D224A60D}" dt="2026-06-19T07:49:31.840" v="14" actId="1076"/>
          <ac:picMkLst>
            <pc:docMk/>
            <pc:sldMk cId="1871614477" sldId="257"/>
            <ac:picMk id="29" creationId="{722AC837-A471-B1A7-82B6-6782AC009D56}"/>
          </ac:picMkLst>
        </pc:picChg>
      </pc:sldChg>
    </pc:docChg>
  </pc:docChgLst>
  <pc:docChgLst>
    <pc:chgData userId="590ce64e3c606c44" providerId="LiveId" clId="{57D0C72D-9690-42AA-92AA-7F1DC5274F66}"/>
    <pc:docChg chg="undo custSel modSld">
      <pc:chgData name="" userId="590ce64e3c606c44" providerId="LiveId" clId="{57D0C72D-9690-42AA-92AA-7F1DC5274F66}" dt="2026-06-22T09:47:52.641" v="56" actId="1076"/>
      <pc:docMkLst>
        <pc:docMk/>
      </pc:docMkLst>
      <pc:sldChg chg="addSp delSp modSp">
        <pc:chgData name="" userId="590ce64e3c606c44" providerId="LiveId" clId="{57D0C72D-9690-42AA-92AA-7F1DC5274F66}" dt="2026-06-22T09:47:52.641" v="56" actId="1076"/>
        <pc:sldMkLst>
          <pc:docMk/>
          <pc:sldMk cId="1871614477" sldId="257"/>
        </pc:sldMkLst>
        <pc:spChg chg="mod">
          <ac:chgData name="" userId="590ce64e3c606c44" providerId="LiveId" clId="{57D0C72D-9690-42AA-92AA-7F1DC5274F66}" dt="2026-06-22T09:39:29.637" v="52" actId="164"/>
          <ac:spMkLst>
            <pc:docMk/>
            <pc:sldMk cId="1871614477" sldId="257"/>
            <ac:spMk id="3" creationId="{950B5D2C-A1CB-4F75-B12C-0935E807F9E5}"/>
          </ac:spMkLst>
        </pc:spChg>
        <pc:spChg chg="mod">
          <ac:chgData name="" userId="590ce64e3c606c44" providerId="LiveId" clId="{57D0C72D-9690-42AA-92AA-7F1DC5274F66}" dt="2026-06-22T09:39:46.953" v="53" actId="1076"/>
          <ac:spMkLst>
            <pc:docMk/>
            <pc:sldMk cId="1871614477" sldId="257"/>
            <ac:spMk id="104" creationId="{90714906-7CA0-4716-9D8A-CFBFBF710C12}"/>
          </ac:spMkLst>
        </pc:spChg>
        <pc:spChg chg="mod">
          <ac:chgData name="" userId="590ce64e3c606c44" providerId="LiveId" clId="{57D0C72D-9690-42AA-92AA-7F1DC5274F66}" dt="2026-06-22T09:37:45.131" v="38" actId="20577"/>
          <ac:spMkLst>
            <pc:docMk/>
            <pc:sldMk cId="1871614477" sldId="257"/>
            <ac:spMk id="328" creationId="{DE24ADCB-D0A1-6874-AEB2-B3D8BF9D9186}"/>
          </ac:spMkLst>
        </pc:spChg>
        <pc:spChg chg="mod">
          <ac:chgData name="" userId="590ce64e3c606c44" providerId="LiveId" clId="{57D0C72D-9690-42AA-92AA-7F1DC5274F66}" dt="2026-06-22T09:37:01.242" v="37" actId="1035"/>
          <ac:spMkLst>
            <pc:docMk/>
            <pc:sldMk cId="1871614477" sldId="257"/>
            <ac:spMk id="331" creationId="{62E12522-2912-702F-084E-8894481BD5A5}"/>
          </ac:spMkLst>
        </pc:spChg>
        <pc:spChg chg="mod">
          <ac:chgData name="" userId="590ce64e3c606c44" providerId="LiveId" clId="{57D0C72D-9690-42AA-92AA-7F1DC5274F66}" dt="2026-06-22T09:37:01.242" v="37" actId="1035"/>
          <ac:spMkLst>
            <pc:docMk/>
            <pc:sldMk cId="1871614477" sldId="257"/>
            <ac:spMk id="334" creationId="{0D002A98-678D-559A-85F1-42F06DCDC526}"/>
          </ac:spMkLst>
        </pc:spChg>
        <pc:spChg chg="mod">
          <ac:chgData name="" userId="590ce64e3c606c44" providerId="LiveId" clId="{57D0C72D-9690-42AA-92AA-7F1DC5274F66}" dt="2026-06-22T09:39:52.569" v="54" actId="20577"/>
          <ac:spMkLst>
            <pc:docMk/>
            <pc:sldMk cId="1871614477" sldId="257"/>
            <ac:spMk id="581" creationId="{1AAAE839-FF83-5298-2E80-4A59A29A30B8}"/>
          </ac:spMkLst>
        </pc:spChg>
        <pc:grpChg chg="mod">
          <ac:chgData name="" userId="590ce64e3c606c44" providerId="LiveId" clId="{57D0C72D-9690-42AA-92AA-7F1DC5274F66}" dt="2026-06-22T09:39:29.637" v="52" actId="164"/>
          <ac:grpSpMkLst>
            <pc:docMk/>
            <pc:sldMk cId="1871614477" sldId="257"/>
            <ac:grpSpMk id="6" creationId="{B67B98B7-AA7D-4054-A35C-EBEBA451798D}"/>
          </ac:grpSpMkLst>
        </pc:grpChg>
        <pc:grpChg chg="add mod">
          <ac:chgData name="" userId="590ce64e3c606c44" providerId="LiveId" clId="{57D0C72D-9690-42AA-92AA-7F1DC5274F66}" dt="2026-06-22T09:47:52.641" v="56" actId="1076"/>
          <ac:grpSpMkLst>
            <pc:docMk/>
            <pc:sldMk cId="1871614477" sldId="257"/>
            <ac:grpSpMk id="27" creationId="{467BFBA8-EE92-4CAA-816A-0A9B16098F36}"/>
          </ac:grpSpMkLst>
        </pc:grpChg>
        <pc:picChg chg="add mod ord">
          <ac:chgData name="" userId="590ce64e3c606c44" providerId="LiveId" clId="{57D0C72D-9690-42AA-92AA-7F1DC5274F66}" dt="2026-06-22T09:39:29.637" v="52" actId="164"/>
          <ac:picMkLst>
            <pc:docMk/>
            <pc:sldMk cId="1871614477" sldId="257"/>
            <ac:picMk id="7" creationId="{1D1D697D-4FB4-436C-B3C3-78494FA9B611}"/>
          </ac:picMkLst>
        </pc:picChg>
        <pc:picChg chg="del">
          <ac:chgData name="" userId="590ce64e3c606c44" providerId="LiveId" clId="{57D0C72D-9690-42AA-92AA-7F1DC5274F66}" dt="2026-06-22T09:38:51.360" v="39" actId="478"/>
          <ac:picMkLst>
            <pc:docMk/>
            <pc:sldMk cId="1871614477" sldId="257"/>
            <ac:picMk id="29" creationId="{722AC837-A471-B1A7-82B6-6782AC009D56}"/>
          </ac:picMkLst>
        </pc:picChg>
        <pc:picChg chg="mod">
          <ac:chgData name="" userId="590ce64e3c606c44" providerId="LiveId" clId="{57D0C72D-9690-42AA-92AA-7F1DC5274F66}" dt="2026-06-22T09:37:01.242" v="37" actId="1035"/>
          <ac:picMkLst>
            <pc:docMk/>
            <pc:sldMk cId="1871614477" sldId="257"/>
            <ac:picMk id="327" creationId="{BFAD329A-F157-C851-A448-6F3915596875}"/>
          </ac:picMkLst>
        </pc:picChg>
        <pc:picChg chg="mod">
          <ac:chgData name="" userId="590ce64e3c606c44" providerId="LiveId" clId="{57D0C72D-9690-42AA-92AA-7F1DC5274F66}" dt="2026-06-22T09:37:01.242" v="37" actId="1035"/>
          <ac:picMkLst>
            <pc:docMk/>
            <pc:sldMk cId="1871614477" sldId="257"/>
            <ac:picMk id="330" creationId="{88B2B981-FD46-955F-2397-969404FD4FDD}"/>
          </ac:picMkLst>
        </pc:picChg>
        <pc:picChg chg="mod">
          <ac:chgData name="" userId="590ce64e3c606c44" providerId="LiveId" clId="{57D0C72D-9690-42AA-92AA-7F1DC5274F66}" dt="2026-06-22T09:37:01.242" v="37" actId="1035"/>
          <ac:picMkLst>
            <pc:docMk/>
            <pc:sldMk cId="1871614477" sldId="257"/>
            <ac:picMk id="333" creationId="{2E5CEB06-1739-4FD5-DF10-B84F45DDA12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572A82-488C-4C36-8FD9-120AE586E924}" type="datetimeFigureOut">
              <a:rPr lang="fr-FR" smtClean="0"/>
              <a:t>22/06/2026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2252663" y="1143000"/>
            <a:ext cx="2352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7479A8-12A7-423E-B38B-D393528BFDF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937270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7479A8-12A7-423E-B38B-D393528BFDFE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89928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618847"/>
            <a:ext cx="10363200" cy="5571067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8404755"/>
            <a:ext cx="9144000" cy="3863445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6A2A-AFC1-4F0B-B30E-1018392D6654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C7536-BE1F-4011-9462-02A1DE23D8C0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86241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6A2A-AFC1-4F0B-B30E-1018392D6654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C7536-BE1F-4011-9462-02A1DE23D8C0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5816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3989392"/>
            <a:ext cx="10515600" cy="6656386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10708751"/>
            <a:ext cx="10515600" cy="3500436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6A2A-AFC1-4F0B-B30E-1018392D6654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C7536-BE1F-4011-9462-02A1DE23D8C0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3903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4259792"/>
            <a:ext cx="5181600" cy="1015312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4259792"/>
            <a:ext cx="5181600" cy="1015312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6A2A-AFC1-4F0B-B30E-1018392D6654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C7536-BE1F-4011-9462-02A1DE23D8C0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0299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851962"/>
            <a:ext cx="10515600" cy="309298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3922714"/>
            <a:ext cx="5157787" cy="1922461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5845175"/>
            <a:ext cx="5157787" cy="859737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3922714"/>
            <a:ext cx="5183188" cy="1922461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5845175"/>
            <a:ext cx="5183188" cy="859737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6A2A-AFC1-4F0B-B30E-1018392D6654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C7536-BE1F-4011-9462-02A1DE23D8C0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50694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6A2A-AFC1-4F0B-B30E-1018392D6654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C7536-BE1F-4011-9462-02A1DE23D8C0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0454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6A2A-AFC1-4F0B-B30E-1018392D6654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C7536-BE1F-4011-9462-02A1DE23D8C0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13524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066800"/>
            <a:ext cx="3932237" cy="37338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2303995"/>
            <a:ext cx="6172200" cy="11371792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800600"/>
            <a:ext cx="3932237" cy="8893705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6A2A-AFC1-4F0B-B30E-1018392D6654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C7536-BE1F-4011-9462-02A1DE23D8C0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18184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066800"/>
            <a:ext cx="3932237" cy="37338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2303995"/>
            <a:ext cx="6172200" cy="11371792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800600"/>
            <a:ext cx="3932237" cy="8893705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6A2A-AFC1-4F0B-B30E-1018392D6654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C7536-BE1F-4011-9462-02A1DE23D8C0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53607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6A2A-AFC1-4F0B-B30E-1018392D6654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C7536-BE1F-4011-9462-02A1DE23D8C0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33116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851959"/>
            <a:ext cx="2628900" cy="1356095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851959"/>
            <a:ext cx="7734300" cy="1356095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6A2A-AFC1-4F0B-B30E-1018392D6654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C7536-BE1F-4011-9462-02A1DE23D8C0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6184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851962"/>
            <a:ext cx="10515600" cy="30929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4259792"/>
            <a:ext cx="10515600" cy="101531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14831487"/>
            <a:ext cx="2743200" cy="8519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C86A2A-AFC1-4F0B-B30E-1018392D6654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14831487"/>
            <a:ext cx="4114800" cy="8519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14831487"/>
            <a:ext cx="2743200" cy="8519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AC7536-BE1F-4011-9462-02A1DE23D8C0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48451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  <p:sldLayoutId id="2147483740" r:id="rId3"/>
    <p:sldLayoutId id="2147483741" r:id="rId4"/>
    <p:sldLayoutId id="2147483742" r:id="rId5"/>
    <p:sldLayoutId id="2147483743" r:id="rId6"/>
    <p:sldLayoutId id="2147483744" r:id="rId7"/>
    <p:sldLayoutId id="2147483745" r:id="rId8"/>
    <p:sldLayoutId id="2147483746" r:id="rId9"/>
    <p:sldLayoutId id="2147483747" r:id="rId10"/>
    <p:sldLayoutId id="2147483748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e 26">
            <a:extLst>
              <a:ext uri="{FF2B5EF4-FFF2-40B4-BE49-F238E27FC236}">
                <a16:creationId xmlns:a16="http://schemas.microsoft.com/office/drawing/2014/main" id="{467BFBA8-EE92-4CAA-816A-0A9B16098F36}"/>
              </a:ext>
            </a:extLst>
          </p:cNvPr>
          <p:cNvGrpSpPr/>
          <p:nvPr/>
        </p:nvGrpSpPr>
        <p:grpSpPr>
          <a:xfrm>
            <a:off x="216883" y="384388"/>
            <a:ext cx="11799725" cy="14246013"/>
            <a:chOff x="216883" y="384388"/>
            <a:chExt cx="11799725" cy="14246013"/>
          </a:xfrm>
        </p:grpSpPr>
        <p:pic>
          <p:nvPicPr>
            <p:cNvPr id="7" name="Image 6">
              <a:extLst>
                <a:ext uri="{FF2B5EF4-FFF2-40B4-BE49-F238E27FC236}">
                  <a16:creationId xmlns:a16="http://schemas.microsoft.com/office/drawing/2014/main" id="{1D1D697D-4FB4-436C-B3C3-78494FA9B6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11885" y="8219600"/>
              <a:ext cx="9868449" cy="6344003"/>
            </a:xfrm>
            <a:prstGeom prst="rect">
              <a:avLst/>
            </a:prstGeom>
          </p:spPr>
        </p:pic>
        <p:grpSp>
          <p:nvGrpSpPr>
            <p:cNvPr id="6" name="Groupe 5">
              <a:extLst>
                <a:ext uri="{FF2B5EF4-FFF2-40B4-BE49-F238E27FC236}">
                  <a16:creationId xmlns:a16="http://schemas.microsoft.com/office/drawing/2014/main" id="{B67B98B7-AA7D-4054-A35C-EBEBA451798D}"/>
                </a:ext>
              </a:extLst>
            </p:cNvPr>
            <p:cNvGrpSpPr/>
            <p:nvPr/>
          </p:nvGrpSpPr>
          <p:grpSpPr>
            <a:xfrm>
              <a:off x="216883" y="384388"/>
              <a:ext cx="11493026" cy="8081981"/>
              <a:chOff x="155635" y="173373"/>
              <a:chExt cx="11493026" cy="8081981"/>
            </a:xfrm>
          </p:grpSpPr>
          <p:grpSp>
            <p:nvGrpSpPr>
              <p:cNvPr id="11" name="Groupe 10">
                <a:extLst>
                  <a:ext uri="{FF2B5EF4-FFF2-40B4-BE49-F238E27FC236}">
                    <a16:creationId xmlns:a16="http://schemas.microsoft.com/office/drawing/2014/main" id="{5AA95590-8A1E-BB8B-3E55-FFC868BABE65}"/>
                  </a:ext>
                </a:extLst>
              </p:cNvPr>
              <p:cNvGrpSpPr/>
              <p:nvPr/>
            </p:nvGrpSpPr>
            <p:grpSpPr>
              <a:xfrm>
                <a:off x="2219654" y="516335"/>
                <a:ext cx="1978324" cy="1615402"/>
                <a:chOff x="2086605" y="549463"/>
                <a:chExt cx="1978324" cy="1615402"/>
              </a:xfrm>
            </p:grpSpPr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B6B95D7F-9864-13F3-A911-AC64863EF054}"/>
                    </a:ext>
                  </a:extLst>
                </p:cNvPr>
                <p:cNvSpPr/>
                <p:nvPr/>
              </p:nvSpPr>
              <p:spPr>
                <a:xfrm>
                  <a:off x="2086605" y="604059"/>
                  <a:ext cx="1978324" cy="1414732"/>
                </a:xfrm>
                <a:prstGeom prst="rect">
                  <a:avLst/>
                </a:prstGeom>
                <a:noFill/>
                <a:ln>
                  <a:solidFill>
                    <a:schemeClr val="tx1">
                      <a:lumMod val="95000"/>
                      <a:lumOff val="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cxnSp>
              <p:nvCxnSpPr>
                <p:cNvPr id="4" name="Connecteur droit 3">
                  <a:extLst>
                    <a:ext uri="{FF2B5EF4-FFF2-40B4-BE49-F238E27FC236}">
                      <a16:creationId xmlns:a16="http://schemas.microsoft.com/office/drawing/2014/main" id="{B88AB7B7-59F2-6EC1-E586-028D40C8C15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9513" y="604059"/>
                  <a:ext cx="0" cy="1414732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" name="Connecteur droit 7">
                  <a:extLst>
                    <a:ext uri="{FF2B5EF4-FFF2-40B4-BE49-F238E27FC236}">
                      <a16:creationId xmlns:a16="http://schemas.microsoft.com/office/drawing/2014/main" id="{EEAB31D4-0F7F-4CED-8B50-B9B27D9018FC}"/>
                    </a:ext>
                  </a:extLst>
                </p:cNvPr>
                <p:cNvCxnSpPr/>
                <p:nvPr/>
              </p:nvCxnSpPr>
              <p:spPr>
                <a:xfrm>
                  <a:off x="2086605" y="833438"/>
                  <a:ext cx="1978324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" name="ZoneTexte 8">
                  <a:extLst>
                    <a:ext uri="{FF2B5EF4-FFF2-40B4-BE49-F238E27FC236}">
                      <a16:creationId xmlns:a16="http://schemas.microsoft.com/office/drawing/2014/main" id="{8817A92F-9CCF-16AA-F78A-169B313864C7}"/>
                    </a:ext>
                  </a:extLst>
                </p:cNvPr>
                <p:cNvSpPr txBox="1"/>
                <p:nvPr/>
              </p:nvSpPr>
              <p:spPr>
                <a:xfrm>
                  <a:off x="2449513" y="585009"/>
                  <a:ext cx="1615402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1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Traits</a:t>
                  </a:r>
                  <a:endParaRPr lang="en-GB" sz="11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" name="ZoneTexte 9">
                  <a:extLst>
                    <a:ext uri="{FF2B5EF4-FFF2-40B4-BE49-F238E27FC236}">
                      <a16:creationId xmlns:a16="http://schemas.microsoft.com/office/drawing/2014/main" id="{F8E02931-4918-C178-B79C-611D49EBD330}"/>
                    </a:ext>
                  </a:extLst>
                </p:cNvPr>
                <p:cNvSpPr txBox="1"/>
                <p:nvPr/>
              </p:nvSpPr>
              <p:spPr>
                <a:xfrm rot="16200000">
                  <a:off x="1460358" y="1226359"/>
                  <a:ext cx="1615402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1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Species</a:t>
                  </a:r>
                  <a:endParaRPr lang="en-GB" sz="11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12" name="Groupe 11">
                <a:extLst>
                  <a:ext uri="{FF2B5EF4-FFF2-40B4-BE49-F238E27FC236}">
                    <a16:creationId xmlns:a16="http://schemas.microsoft.com/office/drawing/2014/main" id="{DE7FEBB4-48EC-BDCF-2037-BD27ACC875B9}"/>
                  </a:ext>
                </a:extLst>
              </p:cNvPr>
              <p:cNvGrpSpPr/>
              <p:nvPr/>
            </p:nvGrpSpPr>
            <p:grpSpPr>
              <a:xfrm>
                <a:off x="5736668" y="479453"/>
                <a:ext cx="1978324" cy="1615402"/>
                <a:chOff x="2086605" y="549463"/>
                <a:chExt cx="1978324" cy="1615402"/>
              </a:xfrm>
            </p:grpSpPr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77CB7CCB-5424-937A-DF9F-9C9F3EDB74C1}"/>
                    </a:ext>
                  </a:extLst>
                </p:cNvPr>
                <p:cNvSpPr/>
                <p:nvPr/>
              </p:nvSpPr>
              <p:spPr>
                <a:xfrm>
                  <a:off x="2086605" y="604059"/>
                  <a:ext cx="1978324" cy="1414732"/>
                </a:xfrm>
                <a:prstGeom prst="rect">
                  <a:avLst/>
                </a:prstGeom>
                <a:noFill/>
                <a:ln>
                  <a:solidFill>
                    <a:schemeClr val="tx1">
                      <a:lumMod val="95000"/>
                      <a:lumOff val="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cxnSp>
              <p:nvCxnSpPr>
                <p:cNvPr id="14" name="Connecteur droit 13">
                  <a:extLst>
                    <a:ext uri="{FF2B5EF4-FFF2-40B4-BE49-F238E27FC236}">
                      <a16:creationId xmlns:a16="http://schemas.microsoft.com/office/drawing/2014/main" id="{634789B7-16FF-2E17-8776-D95F9CEC3C5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9513" y="604059"/>
                  <a:ext cx="0" cy="1414732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Connecteur droit 14">
                  <a:extLst>
                    <a:ext uri="{FF2B5EF4-FFF2-40B4-BE49-F238E27FC236}">
                      <a16:creationId xmlns:a16="http://schemas.microsoft.com/office/drawing/2014/main" id="{60713A28-D1B1-8E82-05A2-1BA299DE68AE}"/>
                    </a:ext>
                  </a:extLst>
                </p:cNvPr>
                <p:cNvCxnSpPr/>
                <p:nvPr/>
              </p:nvCxnSpPr>
              <p:spPr>
                <a:xfrm>
                  <a:off x="2086605" y="833438"/>
                  <a:ext cx="1978324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" name="ZoneTexte 15">
                  <a:extLst>
                    <a:ext uri="{FF2B5EF4-FFF2-40B4-BE49-F238E27FC236}">
                      <a16:creationId xmlns:a16="http://schemas.microsoft.com/office/drawing/2014/main" id="{DB12CD71-6729-E1D1-CF45-AEBF0FDE4E84}"/>
                    </a:ext>
                  </a:extLst>
                </p:cNvPr>
                <p:cNvSpPr txBox="1"/>
                <p:nvPr/>
              </p:nvSpPr>
              <p:spPr>
                <a:xfrm>
                  <a:off x="2449513" y="585009"/>
                  <a:ext cx="1615402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1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Traits</a:t>
                  </a:r>
                  <a:endParaRPr lang="en-GB" sz="11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" name="ZoneTexte 16">
                  <a:extLst>
                    <a:ext uri="{FF2B5EF4-FFF2-40B4-BE49-F238E27FC236}">
                      <a16:creationId xmlns:a16="http://schemas.microsoft.com/office/drawing/2014/main" id="{2148F6CE-4927-8AC8-61A8-0DFB87A7826E}"/>
                    </a:ext>
                  </a:extLst>
                </p:cNvPr>
                <p:cNvSpPr txBox="1"/>
                <p:nvPr/>
              </p:nvSpPr>
              <p:spPr>
                <a:xfrm rot="16200000">
                  <a:off x="1460358" y="1226359"/>
                  <a:ext cx="1615402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1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Species</a:t>
                  </a:r>
                  <a:endParaRPr lang="en-GB" sz="11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18" name="Groupe 17">
                <a:extLst>
                  <a:ext uri="{FF2B5EF4-FFF2-40B4-BE49-F238E27FC236}">
                    <a16:creationId xmlns:a16="http://schemas.microsoft.com/office/drawing/2014/main" id="{65842CA2-903B-9A40-3399-730C25323FC7}"/>
                  </a:ext>
                </a:extLst>
              </p:cNvPr>
              <p:cNvGrpSpPr/>
              <p:nvPr/>
            </p:nvGrpSpPr>
            <p:grpSpPr>
              <a:xfrm>
                <a:off x="9273126" y="424857"/>
                <a:ext cx="1978324" cy="1615402"/>
                <a:chOff x="2086605" y="549463"/>
                <a:chExt cx="1978324" cy="1615402"/>
              </a:xfrm>
            </p:grpSpPr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1B45EB7A-44C0-A9EA-80B9-7AB235F61677}"/>
                    </a:ext>
                  </a:extLst>
                </p:cNvPr>
                <p:cNvSpPr/>
                <p:nvPr/>
              </p:nvSpPr>
              <p:spPr>
                <a:xfrm>
                  <a:off x="2086605" y="604059"/>
                  <a:ext cx="1978324" cy="1414732"/>
                </a:xfrm>
                <a:prstGeom prst="rect">
                  <a:avLst/>
                </a:prstGeom>
                <a:noFill/>
                <a:ln>
                  <a:solidFill>
                    <a:schemeClr val="tx1">
                      <a:lumMod val="95000"/>
                      <a:lumOff val="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cxnSp>
              <p:nvCxnSpPr>
                <p:cNvPr id="20" name="Connecteur droit 19">
                  <a:extLst>
                    <a:ext uri="{FF2B5EF4-FFF2-40B4-BE49-F238E27FC236}">
                      <a16:creationId xmlns:a16="http://schemas.microsoft.com/office/drawing/2014/main" id="{E885B428-4F02-989C-DF0B-D59123327F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9513" y="604059"/>
                  <a:ext cx="0" cy="1414732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Connecteur droit 20">
                  <a:extLst>
                    <a:ext uri="{FF2B5EF4-FFF2-40B4-BE49-F238E27FC236}">
                      <a16:creationId xmlns:a16="http://schemas.microsoft.com/office/drawing/2014/main" id="{9BFE3960-781C-DBD1-559C-D356434610A3}"/>
                    </a:ext>
                  </a:extLst>
                </p:cNvPr>
                <p:cNvCxnSpPr/>
                <p:nvPr/>
              </p:nvCxnSpPr>
              <p:spPr>
                <a:xfrm>
                  <a:off x="2086605" y="833438"/>
                  <a:ext cx="1978324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2" name="ZoneTexte 21">
                  <a:extLst>
                    <a:ext uri="{FF2B5EF4-FFF2-40B4-BE49-F238E27FC236}">
                      <a16:creationId xmlns:a16="http://schemas.microsoft.com/office/drawing/2014/main" id="{B37F0A35-4476-519D-6C2E-4179FCAA177D}"/>
                    </a:ext>
                  </a:extLst>
                </p:cNvPr>
                <p:cNvSpPr txBox="1"/>
                <p:nvPr/>
              </p:nvSpPr>
              <p:spPr>
                <a:xfrm>
                  <a:off x="2449513" y="585009"/>
                  <a:ext cx="1615402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1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Traits</a:t>
                  </a:r>
                  <a:endParaRPr lang="en-GB" sz="11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3" name="ZoneTexte 22">
                  <a:extLst>
                    <a:ext uri="{FF2B5EF4-FFF2-40B4-BE49-F238E27FC236}">
                      <a16:creationId xmlns:a16="http://schemas.microsoft.com/office/drawing/2014/main" id="{251631A6-FD3F-5B80-2DED-04DEADBD53A1}"/>
                    </a:ext>
                  </a:extLst>
                </p:cNvPr>
                <p:cNvSpPr txBox="1"/>
                <p:nvPr/>
              </p:nvSpPr>
              <p:spPr>
                <a:xfrm rot="16200000">
                  <a:off x="1460358" y="1226359"/>
                  <a:ext cx="1615402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1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Species</a:t>
                  </a:r>
                  <a:endParaRPr lang="en-GB" sz="11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24" name="ZoneTexte 23">
                <a:extLst>
                  <a:ext uri="{FF2B5EF4-FFF2-40B4-BE49-F238E27FC236}">
                    <a16:creationId xmlns:a16="http://schemas.microsoft.com/office/drawing/2014/main" id="{94CECE5C-DC36-AED0-1FBB-60BF6BE8A511}"/>
                  </a:ext>
                </a:extLst>
              </p:cNvPr>
              <p:cNvSpPr txBox="1"/>
              <p:nvPr/>
            </p:nvSpPr>
            <p:spPr>
              <a:xfrm>
                <a:off x="2233992" y="217844"/>
                <a:ext cx="197831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Morphological</a:t>
                </a:r>
                <a:endParaRPr lang="en-GB" sz="1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5" name="ZoneTexte 24">
                <a:extLst>
                  <a:ext uri="{FF2B5EF4-FFF2-40B4-BE49-F238E27FC236}">
                    <a16:creationId xmlns:a16="http://schemas.microsoft.com/office/drawing/2014/main" id="{CD91EBD7-3AF0-F9E1-EC78-BAE60DCB0ADC}"/>
                  </a:ext>
                </a:extLst>
              </p:cNvPr>
              <p:cNvSpPr txBox="1"/>
              <p:nvPr/>
            </p:nvSpPr>
            <p:spPr>
              <a:xfrm>
                <a:off x="5761702" y="223246"/>
                <a:ext cx="197831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Life-history</a:t>
                </a:r>
                <a:endParaRPr lang="en-GB" sz="1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" name="ZoneTexte 25">
                <a:extLst>
                  <a:ext uri="{FF2B5EF4-FFF2-40B4-BE49-F238E27FC236}">
                    <a16:creationId xmlns:a16="http://schemas.microsoft.com/office/drawing/2014/main" id="{2E2D5ACD-9D7F-5C6F-A0C6-AAE329DA0031}"/>
                  </a:ext>
                </a:extLst>
              </p:cNvPr>
              <p:cNvSpPr txBox="1"/>
              <p:nvPr/>
            </p:nvSpPr>
            <p:spPr>
              <a:xfrm>
                <a:off x="7724555" y="4250530"/>
                <a:ext cx="197831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Diet</a:t>
                </a:r>
                <a:endParaRPr lang="en-GB" sz="1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9" name="ZoneTexte 98">
                <a:extLst>
                  <a:ext uri="{FF2B5EF4-FFF2-40B4-BE49-F238E27FC236}">
                    <a16:creationId xmlns:a16="http://schemas.microsoft.com/office/drawing/2014/main" id="{EF4471CD-5466-318D-175D-9875BD002337}"/>
                  </a:ext>
                </a:extLst>
              </p:cNvPr>
              <p:cNvSpPr txBox="1"/>
              <p:nvPr/>
            </p:nvSpPr>
            <p:spPr>
              <a:xfrm>
                <a:off x="155635" y="864019"/>
                <a:ext cx="228696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Original </a:t>
                </a:r>
              </a:p>
              <a:p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trait databases</a:t>
                </a:r>
                <a:endParaRPr lang="en-GB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4" name="ZoneTexte 103">
                <a:extLst>
                  <a:ext uri="{FF2B5EF4-FFF2-40B4-BE49-F238E27FC236}">
                    <a16:creationId xmlns:a16="http://schemas.microsoft.com/office/drawing/2014/main" id="{90714906-7CA0-4716-9D8A-CFBFBF710C12}"/>
                  </a:ext>
                </a:extLst>
              </p:cNvPr>
              <p:cNvSpPr txBox="1"/>
              <p:nvPr/>
            </p:nvSpPr>
            <p:spPr>
              <a:xfrm>
                <a:off x="155635" y="7886022"/>
                <a:ext cx="228696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Trait spaces</a:t>
                </a:r>
                <a:endParaRPr lang="en-GB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11" name="Connecteur : en angle 110">
                <a:extLst>
                  <a:ext uri="{FF2B5EF4-FFF2-40B4-BE49-F238E27FC236}">
                    <a16:creationId xmlns:a16="http://schemas.microsoft.com/office/drawing/2014/main" id="{B40C7F5C-0733-D9AC-F57D-DE385C435DFD}"/>
                  </a:ext>
                </a:extLst>
              </p:cNvPr>
              <p:cNvCxnSpPr>
                <a:cxnSpLocks/>
                <a:stCxn id="2" idx="2"/>
              </p:cNvCxnSpPr>
              <p:nvPr/>
            </p:nvCxnSpPr>
            <p:spPr>
              <a:xfrm rot="16200000" flipH="1">
                <a:off x="4076222" y="1118257"/>
                <a:ext cx="753816" cy="2488628"/>
              </a:xfrm>
              <a:prstGeom prst="bentConnector2">
                <a:avLst/>
              </a:prstGeom>
              <a:ln w="285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7" name="Connecteur : en angle 116">
                <a:extLst>
                  <a:ext uri="{FF2B5EF4-FFF2-40B4-BE49-F238E27FC236}">
                    <a16:creationId xmlns:a16="http://schemas.microsoft.com/office/drawing/2014/main" id="{AD22FBC1-7082-10C6-7479-4B71DDDF0914}"/>
                  </a:ext>
                </a:extLst>
              </p:cNvPr>
              <p:cNvCxnSpPr>
                <a:cxnSpLocks/>
                <a:stCxn id="19" idx="2"/>
              </p:cNvCxnSpPr>
              <p:nvPr/>
            </p:nvCxnSpPr>
            <p:spPr>
              <a:xfrm rot="5400000">
                <a:off x="8595531" y="1072720"/>
                <a:ext cx="845292" cy="2488223"/>
              </a:xfrm>
              <a:prstGeom prst="bentConnector2">
                <a:avLst/>
              </a:prstGeom>
              <a:ln w="285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9" name="Connecteur droit avec flèche 118">
                <a:extLst>
                  <a:ext uri="{FF2B5EF4-FFF2-40B4-BE49-F238E27FC236}">
                    <a16:creationId xmlns:a16="http://schemas.microsoft.com/office/drawing/2014/main" id="{15DC1CA2-4FCB-B9F0-A83C-7859135CFDC4}"/>
                  </a:ext>
                </a:extLst>
              </p:cNvPr>
              <p:cNvCxnSpPr>
                <a:cxnSpLocks/>
                <a:stCxn id="13" idx="2"/>
                <a:endCxn id="122" idx="0"/>
              </p:cNvCxnSpPr>
              <p:nvPr/>
            </p:nvCxnSpPr>
            <p:spPr>
              <a:xfrm>
                <a:off x="6725830" y="1948781"/>
                <a:ext cx="9925" cy="551767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BFF160F4-5DF7-DF0B-A247-098ECC8CF4BE}"/>
                  </a:ext>
                </a:extLst>
              </p:cNvPr>
              <p:cNvSpPr/>
              <p:nvPr/>
            </p:nvSpPr>
            <p:spPr>
              <a:xfrm>
                <a:off x="5697445" y="2500548"/>
                <a:ext cx="2076619" cy="1114086"/>
              </a:xfrm>
              <a:prstGeom prst="rec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Taxonomic homogenization + Missing traits imputation </a:t>
                </a:r>
              </a:p>
            </p:txBody>
          </p:sp>
          <p:pic>
            <p:nvPicPr>
              <p:cNvPr id="327" name="Picture 4" descr="Bird Icon 582248 Vector Art at Vecteezy">
                <a:extLst>
                  <a:ext uri="{FF2B5EF4-FFF2-40B4-BE49-F238E27FC236}">
                    <a16:creationId xmlns:a16="http://schemas.microsoft.com/office/drawing/2014/main" id="{BFAD329A-F157-C851-A448-6F391559687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 bwMode="auto">
              <a:xfrm>
                <a:off x="2603431" y="1042601"/>
                <a:ext cx="511422" cy="5114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28" name="ZoneTexte 327">
                <a:extLst>
                  <a:ext uri="{FF2B5EF4-FFF2-40B4-BE49-F238E27FC236}">
                    <a16:creationId xmlns:a16="http://schemas.microsoft.com/office/drawing/2014/main" id="{DE24ADCB-D0A1-6874-AEB2-B3D8BF9D9186}"/>
                  </a:ext>
                </a:extLst>
              </p:cNvPr>
              <p:cNvSpPr txBox="1"/>
              <p:nvPr/>
            </p:nvSpPr>
            <p:spPr>
              <a:xfrm>
                <a:off x="3107430" y="1077379"/>
                <a:ext cx="101119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AVONET</a:t>
                </a:r>
              </a:p>
              <a:p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(</a:t>
                </a:r>
                <a:r>
                  <a:rPr lang="en-001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8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traits)</a:t>
                </a:r>
                <a:endParaRPr lang="en-GB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330" name="Picture 4" descr="Bird Icon 582248 Vector Art at Vecteezy">
                <a:extLst>
                  <a:ext uri="{FF2B5EF4-FFF2-40B4-BE49-F238E27FC236}">
                    <a16:creationId xmlns:a16="http://schemas.microsoft.com/office/drawing/2014/main" id="{88B2B981-FD46-955F-2397-969404FD4FD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 bwMode="auto">
              <a:xfrm>
                <a:off x="6164432" y="1014035"/>
                <a:ext cx="511422" cy="5114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31" name="ZoneTexte 330">
                <a:extLst>
                  <a:ext uri="{FF2B5EF4-FFF2-40B4-BE49-F238E27FC236}">
                    <a16:creationId xmlns:a16="http://schemas.microsoft.com/office/drawing/2014/main" id="{62E12522-2912-702F-084E-8894481BD5A5}"/>
                  </a:ext>
                </a:extLst>
              </p:cNvPr>
              <p:cNvSpPr txBox="1"/>
              <p:nvPr/>
            </p:nvSpPr>
            <p:spPr>
              <a:xfrm>
                <a:off x="6668431" y="1048813"/>
                <a:ext cx="101119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AMNIOTE</a:t>
                </a:r>
              </a:p>
              <a:p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(</a:t>
                </a:r>
                <a:r>
                  <a:rPr lang="en-001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6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traits)</a:t>
                </a:r>
              </a:p>
            </p:txBody>
          </p:sp>
          <p:pic>
            <p:nvPicPr>
              <p:cNvPr id="333" name="Picture 4" descr="Bird Icon 582248 Vector Art at Vecteezy">
                <a:extLst>
                  <a:ext uri="{FF2B5EF4-FFF2-40B4-BE49-F238E27FC236}">
                    <a16:creationId xmlns:a16="http://schemas.microsoft.com/office/drawing/2014/main" id="{2E5CEB06-1739-4FD5-DF10-B84F45DDA1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 bwMode="auto">
              <a:xfrm>
                <a:off x="9707553" y="983619"/>
                <a:ext cx="511422" cy="5114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34" name="ZoneTexte 333">
                <a:extLst>
                  <a:ext uri="{FF2B5EF4-FFF2-40B4-BE49-F238E27FC236}">
                    <a16:creationId xmlns:a16="http://schemas.microsoft.com/office/drawing/2014/main" id="{0D002A98-678D-559A-85F1-42F06DCDC526}"/>
                  </a:ext>
                </a:extLst>
              </p:cNvPr>
              <p:cNvSpPr txBox="1"/>
              <p:nvPr/>
            </p:nvSpPr>
            <p:spPr>
              <a:xfrm>
                <a:off x="10211552" y="1018397"/>
                <a:ext cx="101119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001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E</a:t>
                </a:r>
                <a:r>
                  <a:rPr lang="fr-FR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l</a:t>
                </a:r>
                <a:r>
                  <a:rPr lang="en-001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t</a:t>
                </a:r>
                <a:r>
                  <a:rPr lang="fr-FR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o</a:t>
                </a:r>
                <a:r>
                  <a:rPr lang="en-001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r>
                  <a:rPr lang="fr-FR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T</a:t>
                </a:r>
                <a:r>
                  <a:rPr lang="en-001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  <a:r>
                  <a:rPr lang="fr-FR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a</a:t>
                </a:r>
                <a:r>
                  <a:rPr lang="en-001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</a:t>
                </a:r>
                <a:r>
                  <a:rPr lang="fr-FR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t</a:t>
                </a:r>
                <a:r>
                  <a:rPr lang="en-001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s</a:t>
                </a:r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(11 traits)</a:t>
                </a:r>
              </a:p>
            </p:txBody>
          </p:sp>
          <p:sp>
            <p:nvSpPr>
              <p:cNvPr id="335" name="ZoneTexte 334">
                <a:extLst>
                  <a:ext uri="{FF2B5EF4-FFF2-40B4-BE49-F238E27FC236}">
                    <a16:creationId xmlns:a16="http://schemas.microsoft.com/office/drawing/2014/main" id="{4C6E8C8F-436A-BF67-566C-5C6BC6B982D7}"/>
                  </a:ext>
                </a:extLst>
              </p:cNvPr>
              <p:cNvSpPr txBox="1"/>
              <p:nvPr/>
            </p:nvSpPr>
            <p:spPr>
              <a:xfrm rot="16200000">
                <a:off x="3633118" y="1143872"/>
                <a:ext cx="142288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Quantitative</a:t>
                </a:r>
                <a:endParaRPr lang="en-GB" sz="1200" b="1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36" name="ZoneTexte 335">
                <a:extLst>
                  <a:ext uri="{FF2B5EF4-FFF2-40B4-BE49-F238E27FC236}">
                    <a16:creationId xmlns:a16="http://schemas.microsoft.com/office/drawing/2014/main" id="{A54FE97C-34D9-8F58-C722-423541A50AE7}"/>
                  </a:ext>
                </a:extLst>
              </p:cNvPr>
              <p:cNvSpPr txBox="1"/>
              <p:nvPr/>
            </p:nvSpPr>
            <p:spPr>
              <a:xfrm rot="16200000">
                <a:off x="7156375" y="1105508"/>
                <a:ext cx="142288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Quantitative</a:t>
                </a:r>
                <a:endParaRPr lang="en-GB" sz="1200" b="1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37" name="ZoneTexte 336">
                <a:extLst>
                  <a:ext uri="{FF2B5EF4-FFF2-40B4-BE49-F238E27FC236}">
                    <a16:creationId xmlns:a16="http://schemas.microsoft.com/office/drawing/2014/main" id="{3B70184E-B8B4-A206-912A-D4ACBC23C125}"/>
                  </a:ext>
                </a:extLst>
              </p:cNvPr>
              <p:cNvSpPr txBox="1"/>
              <p:nvPr/>
            </p:nvSpPr>
            <p:spPr>
              <a:xfrm rot="16200000">
                <a:off x="10686088" y="1078121"/>
                <a:ext cx="142288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Categorical</a:t>
                </a:r>
                <a:endParaRPr lang="en-GB" sz="1200" b="1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548" name="Connecteur droit avec flèche 547">
                <a:extLst>
                  <a:ext uri="{FF2B5EF4-FFF2-40B4-BE49-F238E27FC236}">
                    <a16:creationId xmlns:a16="http://schemas.microsoft.com/office/drawing/2014/main" id="{FF091D61-DC00-C2A6-AF5B-D8E605DF5AD0}"/>
                  </a:ext>
                </a:extLst>
              </p:cNvPr>
              <p:cNvCxnSpPr>
                <a:cxnSpLocks/>
                <a:stCxn id="122" idx="2"/>
                <a:endCxn id="574" idx="0"/>
              </p:cNvCxnSpPr>
              <p:nvPr/>
            </p:nvCxnSpPr>
            <p:spPr>
              <a:xfrm>
                <a:off x="6735755" y="3614634"/>
                <a:ext cx="2644" cy="634372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549" name="Groupe 548">
                <a:extLst>
                  <a:ext uri="{FF2B5EF4-FFF2-40B4-BE49-F238E27FC236}">
                    <a16:creationId xmlns:a16="http://schemas.microsoft.com/office/drawing/2014/main" id="{668687B7-A147-A898-1A44-EF217FCDEBF3}"/>
                  </a:ext>
                </a:extLst>
              </p:cNvPr>
              <p:cNvGrpSpPr/>
              <p:nvPr/>
            </p:nvGrpSpPr>
            <p:grpSpPr>
              <a:xfrm>
                <a:off x="3801142" y="4220138"/>
                <a:ext cx="1978324" cy="1615402"/>
                <a:chOff x="2086605" y="549463"/>
                <a:chExt cx="1978324" cy="1615402"/>
              </a:xfrm>
            </p:grpSpPr>
            <p:sp>
              <p:nvSpPr>
                <p:cNvPr id="550" name="Rectangle 549">
                  <a:extLst>
                    <a:ext uri="{FF2B5EF4-FFF2-40B4-BE49-F238E27FC236}">
                      <a16:creationId xmlns:a16="http://schemas.microsoft.com/office/drawing/2014/main" id="{372F9132-D1E3-0FBD-8DB4-8D21AC03C5AA}"/>
                    </a:ext>
                  </a:extLst>
                </p:cNvPr>
                <p:cNvSpPr/>
                <p:nvPr/>
              </p:nvSpPr>
              <p:spPr>
                <a:xfrm>
                  <a:off x="2086605" y="604059"/>
                  <a:ext cx="1978324" cy="1414732"/>
                </a:xfrm>
                <a:prstGeom prst="rect">
                  <a:avLst/>
                </a:prstGeom>
                <a:noFill/>
                <a:ln>
                  <a:solidFill>
                    <a:schemeClr val="tx1">
                      <a:lumMod val="95000"/>
                      <a:lumOff val="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cxnSp>
              <p:nvCxnSpPr>
                <p:cNvPr id="551" name="Connecteur droit 550">
                  <a:extLst>
                    <a:ext uri="{FF2B5EF4-FFF2-40B4-BE49-F238E27FC236}">
                      <a16:creationId xmlns:a16="http://schemas.microsoft.com/office/drawing/2014/main" id="{F0EACFA5-76A4-1DA9-F355-C7B5B9A96A1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9513" y="604059"/>
                  <a:ext cx="0" cy="1414732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52" name="Connecteur droit 551">
                  <a:extLst>
                    <a:ext uri="{FF2B5EF4-FFF2-40B4-BE49-F238E27FC236}">
                      <a16:creationId xmlns:a16="http://schemas.microsoft.com/office/drawing/2014/main" id="{4F79D97D-4445-A882-A25E-9AB4C47AACD3}"/>
                    </a:ext>
                  </a:extLst>
                </p:cNvPr>
                <p:cNvCxnSpPr/>
                <p:nvPr/>
              </p:nvCxnSpPr>
              <p:spPr>
                <a:xfrm>
                  <a:off x="2086605" y="833438"/>
                  <a:ext cx="1978324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54" name="ZoneTexte 553">
                  <a:extLst>
                    <a:ext uri="{FF2B5EF4-FFF2-40B4-BE49-F238E27FC236}">
                      <a16:creationId xmlns:a16="http://schemas.microsoft.com/office/drawing/2014/main" id="{D259C4C0-DEC7-4371-BDDC-66D0BD863FEE}"/>
                    </a:ext>
                  </a:extLst>
                </p:cNvPr>
                <p:cNvSpPr txBox="1"/>
                <p:nvPr/>
              </p:nvSpPr>
              <p:spPr>
                <a:xfrm rot="16200000">
                  <a:off x="1460358" y="1226359"/>
                  <a:ext cx="1615402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1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Species</a:t>
                  </a:r>
                  <a:endParaRPr lang="en-GB" sz="11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555" name="ZoneTexte 554">
                <a:extLst>
                  <a:ext uri="{FF2B5EF4-FFF2-40B4-BE49-F238E27FC236}">
                    <a16:creationId xmlns:a16="http://schemas.microsoft.com/office/drawing/2014/main" id="{D053ACDB-72BF-588A-578C-02D6BD124945}"/>
                  </a:ext>
                </a:extLst>
              </p:cNvPr>
              <p:cNvSpPr txBox="1"/>
              <p:nvPr/>
            </p:nvSpPr>
            <p:spPr>
              <a:xfrm>
                <a:off x="3976459" y="4237511"/>
                <a:ext cx="197831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Morphological</a:t>
                </a:r>
                <a:endParaRPr lang="en-GB" sz="1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70" name="Rectangle 569">
                <a:extLst>
                  <a:ext uri="{FF2B5EF4-FFF2-40B4-BE49-F238E27FC236}">
                    <a16:creationId xmlns:a16="http://schemas.microsoft.com/office/drawing/2014/main" id="{BFA579EF-2E4B-E3F1-16EA-697E5C7CD2F3}"/>
                  </a:ext>
                </a:extLst>
              </p:cNvPr>
              <p:cNvSpPr/>
              <p:nvPr/>
            </p:nvSpPr>
            <p:spPr>
              <a:xfrm>
                <a:off x="5781551" y="4270933"/>
                <a:ext cx="1978324" cy="1414732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571" name="Connecteur droit 570">
                <a:extLst>
                  <a:ext uri="{FF2B5EF4-FFF2-40B4-BE49-F238E27FC236}">
                    <a16:creationId xmlns:a16="http://schemas.microsoft.com/office/drawing/2014/main" id="{D5D57BFF-D35D-0C32-2FB0-5E48C026F37B}"/>
                  </a:ext>
                </a:extLst>
              </p:cNvPr>
              <p:cNvCxnSpPr/>
              <p:nvPr/>
            </p:nvCxnSpPr>
            <p:spPr>
              <a:xfrm>
                <a:off x="5781551" y="4500312"/>
                <a:ext cx="1978324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72" name="Rectangle 571">
                <a:extLst>
                  <a:ext uri="{FF2B5EF4-FFF2-40B4-BE49-F238E27FC236}">
                    <a16:creationId xmlns:a16="http://schemas.microsoft.com/office/drawing/2014/main" id="{4C6805DE-228D-B4E7-AB73-44F130CA57FF}"/>
                  </a:ext>
                </a:extLst>
              </p:cNvPr>
              <p:cNvSpPr/>
              <p:nvPr/>
            </p:nvSpPr>
            <p:spPr>
              <a:xfrm>
                <a:off x="7762651" y="4273154"/>
                <a:ext cx="1978324" cy="1414732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573" name="Connecteur droit 572">
                <a:extLst>
                  <a:ext uri="{FF2B5EF4-FFF2-40B4-BE49-F238E27FC236}">
                    <a16:creationId xmlns:a16="http://schemas.microsoft.com/office/drawing/2014/main" id="{F29EC175-941D-0E22-B0E4-5DAB6B5D3D53}"/>
                  </a:ext>
                </a:extLst>
              </p:cNvPr>
              <p:cNvCxnSpPr/>
              <p:nvPr/>
            </p:nvCxnSpPr>
            <p:spPr>
              <a:xfrm>
                <a:off x="7762651" y="4502533"/>
                <a:ext cx="1978324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74" name="ZoneTexte 573">
                <a:extLst>
                  <a:ext uri="{FF2B5EF4-FFF2-40B4-BE49-F238E27FC236}">
                    <a16:creationId xmlns:a16="http://schemas.microsoft.com/office/drawing/2014/main" id="{0713C39D-E4D4-C967-238B-AA0A9DCEBCDF}"/>
                  </a:ext>
                </a:extLst>
              </p:cNvPr>
              <p:cNvSpPr txBox="1"/>
              <p:nvPr/>
            </p:nvSpPr>
            <p:spPr>
              <a:xfrm>
                <a:off x="5749244" y="4249006"/>
                <a:ext cx="197831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Life-history</a:t>
                </a:r>
                <a:endParaRPr lang="en-GB" sz="1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75" name="ZoneTexte 574">
                <a:extLst>
                  <a:ext uri="{FF2B5EF4-FFF2-40B4-BE49-F238E27FC236}">
                    <a16:creationId xmlns:a16="http://schemas.microsoft.com/office/drawing/2014/main" id="{232D98E1-DA76-15DD-7893-F1DA6794E43A}"/>
                  </a:ext>
                </a:extLst>
              </p:cNvPr>
              <p:cNvSpPr txBox="1"/>
              <p:nvPr/>
            </p:nvSpPr>
            <p:spPr>
              <a:xfrm>
                <a:off x="9305391" y="173373"/>
                <a:ext cx="197831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Diet</a:t>
                </a:r>
                <a:endParaRPr lang="en-GB" sz="1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576" name="Picture 4" descr="Bird Icon 582248 Vector Art at Vecteezy">
                <a:extLst>
                  <a:ext uri="{FF2B5EF4-FFF2-40B4-BE49-F238E27FC236}">
                    <a16:creationId xmlns:a16="http://schemas.microsoft.com/office/drawing/2014/main" id="{44568E37-7A28-6C5C-15D5-606643128B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 bwMode="auto">
              <a:xfrm>
                <a:off x="4569039" y="4605997"/>
                <a:ext cx="511422" cy="5114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78" name="Picture 4" descr="Bird Icon 582248 Vector Art at Vecteezy">
                <a:extLst>
                  <a:ext uri="{FF2B5EF4-FFF2-40B4-BE49-F238E27FC236}">
                    <a16:creationId xmlns:a16="http://schemas.microsoft.com/office/drawing/2014/main" id="{28A9B509-8D16-0342-27A4-B41C15EAB2C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 bwMode="auto">
              <a:xfrm>
                <a:off x="8493145" y="4605997"/>
                <a:ext cx="511422" cy="5114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80" name="Picture 4" descr="Bird Icon 582248 Vector Art at Vecteezy">
                <a:extLst>
                  <a:ext uri="{FF2B5EF4-FFF2-40B4-BE49-F238E27FC236}">
                    <a16:creationId xmlns:a16="http://schemas.microsoft.com/office/drawing/2014/main" id="{1834BA8E-1FBD-6D55-5E2A-964DA7DEF60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 bwMode="auto">
              <a:xfrm>
                <a:off x="6467340" y="4596406"/>
                <a:ext cx="511422" cy="5114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81" name="ZoneTexte 580">
                <a:extLst>
                  <a:ext uri="{FF2B5EF4-FFF2-40B4-BE49-F238E27FC236}">
                    <a16:creationId xmlns:a16="http://schemas.microsoft.com/office/drawing/2014/main" id="{1AAAE839-FF83-5298-2E80-4A59A29A30B8}"/>
                  </a:ext>
                </a:extLst>
              </p:cNvPr>
              <p:cNvSpPr txBox="1"/>
              <p:nvPr/>
            </p:nvSpPr>
            <p:spPr>
              <a:xfrm>
                <a:off x="161105" y="4471666"/>
                <a:ext cx="228696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Combined</a:t>
                </a:r>
              </a:p>
              <a:p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trait database</a:t>
                </a:r>
                <a:r>
                  <a:rPr lang="en-001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</a:t>
                </a:r>
                <a:endParaRPr lang="en-GB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585" name="Connecteur droit avec flèche 584">
                <a:extLst>
                  <a:ext uri="{FF2B5EF4-FFF2-40B4-BE49-F238E27FC236}">
                    <a16:creationId xmlns:a16="http://schemas.microsoft.com/office/drawing/2014/main" id="{3C5513A2-8209-8B50-5B28-2215691612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79964" y="6063635"/>
                <a:ext cx="2644" cy="545237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86" name="Accolade fermante 585">
                <a:extLst>
                  <a:ext uri="{FF2B5EF4-FFF2-40B4-BE49-F238E27FC236}">
                    <a16:creationId xmlns:a16="http://schemas.microsoft.com/office/drawing/2014/main" id="{9F71BE5E-88C1-9C7A-5473-242EE949A24F}"/>
                  </a:ext>
                </a:extLst>
              </p:cNvPr>
              <p:cNvSpPr/>
              <p:nvPr/>
            </p:nvSpPr>
            <p:spPr>
              <a:xfrm rot="5400000">
                <a:off x="6507883" y="3000351"/>
                <a:ext cx="551033" cy="6026821"/>
              </a:xfrm>
              <a:prstGeom prst="rightBrace">
                <a:avLst/>
              </a:prstGeom>
              <a:ln w="19050">
                <a:prstDash val="soli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88" name="Rectangle 587">
                <a:extLst>
                  <a:ext uri="{FF2B5EF4-FFF2-40B4-BE49-F238E27FC236}">
                    <a16:creationId xmlns:a16="http://schemas.microsoft.com/office/drawing/2014/main" id="{D9F8A7F7-3273-4328-40E2-D4BD097C6488}"/>
                  </a:ext>
                </a:extLst>
              </p:cNvPr>
              <p:cNvSpPr/>
              <p:nvPr/>
            </p:nvSpPr>
            <p:spPr>
              <a:xfrm>
                <a:off x="1985385" y="6566175"/>
                <a:ext cx="9663276" cy="666506"/>
              </a:xfrm>
              <a:prstGeom prst="rec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b="1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PCoA</a:t>
                </a:r>
                <a:r>
                  <a:rPr lang="en-US" sz="20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with selected type of traits</a:t>
                </a:r>
              </a:p>
            </p:txBody>
          </p:sp>
          <p:sp>
            <p:nvSpPr>
              <p:cNvPr id="591" name="Flèche : bas 590">
                <a:extLst>
                  <a:ext uri="{FF2B5EF4-FFF2-40B4-BE49-F238E27FC236}">
                    <a16:creationId xmlns:a16="http://schemas.microsoft.com/office/drawing/2014/main" id="{3A06F143-D2D4-2682-CD15-DA277BAECF84}"/>
                  </a:ext>
                </a:extLst>
              </p:cNvPr>
              <p:cNvSpPr/>
              <p:nvPr/>
            </p:nvSpPr>
            <p:spPr>
              <a:xfrm>
                <a:off x="2270303" y="7232681"/>
                <a:ext cx="485798" cy="369332"/>
              </a:xfrm>
              <a:prstGeom prst="downArrow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93" name="Flèche : bas 592">
                <a:extLst>
                  <a:ext uri="{FF2B5EF4-FFF2-40B4-BE49-F238E27FC236}">
                    <a16:creationId xmlns:a16="http://schemas.microsoft.com/office/drawing/2014/main" id="{0791DCC1-8ECA-1AC2-C3AE-65BB606BE63B}"/>
                  </a:ext>
                </a:extLst>
              </p:cNvPr>
              <p:cNvSpPr/>
              <p:nvPr/>
            </p:nvSpPr>
            <p:spPr>
              <a:xfrm>
                <a:off x="6530331" y="7232681"/>
                <a:ext cx="485798" cy="369332"/>
              </a:xfrm>
              <a:prstGeom prst="downArrow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94" name="Flèche : bas 593">
                <a:extLst>
                  <a:ext uri="{FF2B5EF4-FFF2-40B4-BE49-F238E27FC236}">
                    <a16:creationId xmlns:a16="http://schemas.microsoft.com/office/drawing/2014/main" id="{70E9CCE1-ED5E-972E-5EE7-01B2F8FD2D2F}"/>
                  </a:ext>
                </a:extLst>
              </p:cNvPr>
              <p:cNvSpPr/>
              <p:nvPr/>
            </p:nvSpPr>
            <p:spPr>
              <a:xfrm>
                <a:off x="10701576" y="7232681"/>
                <a:ext cx="485798" cy="369332"/>
              </a:xfrm>
              <a:prstGeom prst="downArrow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50B5D2C-A1CB-4F75-B12C-0935E807F9E5}"/>
                </a:ext>
              </a:extLst>
            </p:cNvPr>
            <p:cNvSpPr/>
            <p:nvPr/>
          </p:nvSpPr>
          <p:spPr>
            <a:xfrm>
              <a:off x="1911927" y="7998505"/>
              <a:ext cx="10104681" cy="663189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187161447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 2013 – 2022">
  <a:themeElements>
    <a:clrScheme name="Thème Office 2013 –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3647</TotalTime>
  <Words>63</Words>
  <Application>Microsoft Office PowerPoint</Application>
  <PresentationFormat>Personnalisé</PresentationFormat>
  <Paragraphs>30</Paragraphs>
  <Slides>1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Thème Office 2013 – 2022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Aurele Toussaint</dc:creator>
  <cp:lastModifiedBy>Aurèle TOUSSAINT</cp:lastModifiedBy>
  <cp:revision>5</cp:revision>
  <dcterms:created xsi:type="dcterms:W3CDTF">2024-07-17T08:57:55Z</dcterms:created>
  <dcterms:modified xsi:type="dcterms:W3CDTF">2026-06-22T09:48:01Z</dcterms:modified>
</cp:coreProperties>
</file>